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58"/>
  </p:normalViewPr>
  <p:slideViewPr>
    <p:cSldViewPr snapToGrid="0">
      <p:cViewPr varScale="1">
        <p:scale>
          <a:sx n="120" d="100"/>
          <a:sy n="120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50A0E5-18BB-463A-A4F7-AC1E8DE7E2A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EB7F73-0321-49D0-8BEA-2DF3D260246D}">
      <dgm:prSet/>
      <dgm:spPr/>
      <dgm:t>
        <a:bodyPr/>
        <a:lstStyle/>
        <a:p>
          <a:pPr algn="just"/>
          <a:r>
            <a:rPr lang="es-CL" dirty="0"/>
            <a:t>AuroraCare es una solución creada desde el corazón de una necesidad que vemos cada día en nuestras familias chilenas.</a:t>
          </a:r>
          <a:endParaRPr lang="en-US" dirty="0"/>
        </a:p>
      </dgm:t>
    </dgm:pt>
    <dgm:pt modelId="{F05085A0-370D-41AB-9EAE-A262B0D0341B}" type="parTrans" cxnId="{F487DEBF-BCC3-4581-806E-98243F76AB28}">
      <dgm:prSet/>
      <dgm:spPr/>
      <dgm:t>
        <a:bodyPr/>
        <a:lstStyle/>
        <a:p>
          <a:endParaRPr lang="en-US"/>
        </a:p>
      </dgm:t>
    </dgm:pt>
    <dgm:pt modelId="{34506368-B376-414E-BE71-A686F574ABCF}" type="sibTrans" cxnId="{F487DEBF-BCC3-4581-806E-98243F76AB28}">
      <dgm:prSet/>
      <dgm:spPr/>
      <dgm:t>
        <a:bodyPr/>
        <a:lstStyle/>
        <a:p>
          <a:endParaRPr lang="en-US"/>
        </a:p>
      </dgm:t>
    </dgm:pt>
    <dgm:pt modelId="{095D3E62-A5E4-43A4-A37B-8C8428404925}">
      <dgm:prSet/>
      <dgm:spPr/>
      <dgm:t>
        <a:bodyPr/>
        <a:lstStyle/>
        <a:p>
          <a:pPr algn="just"/>
          <a:r>
            <a:rPr lang="es-CL" dirty="0"/>
            <a:t>Hoy queremos compartir con ustedes cómo la tecnología puede transformarse en un abrazo anticipado para quienes más lo necesitan.</a:t>
          </a:r>
          <a:endParaRPr lang="en-US" dirty="0"/>
        </a:p>
      </dgm:t>
    </dgm:pt>
    <dgm:pt modelId="{A914BFC5-BA4C-403E-95A9-3416845F0CE4}" type="parTrans" cxnId="{A382A4FD-3181-4E90-A4E0-AE95B363BA88}">
      <dgm:prSet/>
      <dgm:spPr/>
      <dgm:t>
        <a:bodyPr/>
        <a:lstStyle/>
        <a:p>
          <a:endParaRPr lang="en-US"/>
        </a:p>
      </dgm:t>
    </dgm:pt>
    <dgm:pt modelId="{24E29BFA-EDF2-4AE0-93D4-84C0F71284F8}" type="sibTrans" cxnId="{A382A4FD-3181-4E90-A4E0-AE95B363BA88}">
      <dgm:prSet/>
      <dgm:spPr/>
      <dgm:t>
        <a:bodyPr/>
        <a:lstStyle/>
        <a:p>
          <a:endParaRPr lang="en-US"/>
        </a:p>
      </dgm:t>
    </dgm:pt>
    <dgm:pt modelId="{6989B76E-9603-5740-A1E8-AD9AD46E105A}" type="pres">
      <dgm:prSet presAssocID="{2750A0E5-18BB-463A-A4F7-AC1E8DE7E2A9}" presName="linear" presStyleCnt="0">
        <dgm:presLayoutVars>
          <dgm:animLvl val="lvl"/>
          <dgm:resizeHandles val="exact"/>
        </dgm:presLayoutVars>
      </dgm:prSet>
      <dgm:spPr/>
    </dgm:pt>
    <dgm:pt modelId="{D4449387-7AFE-164D-9268-0F9FCA807F4E}" type="pres">
      <dgm:prSet presAssocID="{63EB7F73-0321-49D0-8BEA-2DF3D260246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21F782-050D-C345-8C61-183413BACABC}" type="pres">
      <dgm:prSet presAssocID="{34506368-B376-414E-BE71-A686F574ABCF}" presName="spacer" presStyleCnt="0"/>
      <dgm:spPr/>
    </dgm:pt>
    <dgm:pt modelId="{81BC8573-D544-7748-9B13-B266BA01A819}" type="pres">
      <dgm:prSet presAssocID="{095D3E62-A5E4-43A4-A37B-8C842840492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EA24B02-9265-6548-882B-09342073F6A0}" type="presOf" srcId="{63EB7F73-0321-49D0-8BEA-2DF3D260246D}" destId="{D4449387-7AFE-164D-9268-0F9FCA807F4E}" srcOrd="0" destOrd="0" presId="urn:microsoft.com/office/officeart/2005/8/layout/vList2"/>
    <dgm:cxn modelId="{0D67D449-CCAE-5C42-93F2-FD4B7BE5FF68}" type="presOf" srcId="{095D3E62-A5E4-43A4-A37B-8C8428404925}" destId="{81BC8573-D544-7748-9B13-B266BA01A819}" srcOrd="0" destOrd="0" presId="urn:microsoft.com/office/officeart/2005/8/layout/vList2"/>
    <dgm:cxn modelId="{06F23BB6-8215-684A-9371-B9513BB9CF34}" type="presOf" srcId="{2750A0E5-18BB-463A-A4F7-AC1E8DE7E2A9}" destId="{6989B76E-9603-5740-A1E8-AD9AD46E105A}" srcOrd="0" destOrd="0" presId="urn:microsoft.com/office/officeart/2005/8/layout/vList2"/>
    <dgm:cxn modelId="{F487DEBF-BCC3-4581-806E-98243F76AB28}" srcId="{2750A0E5-18BB-463A-A4F7-AC1E8DE7E2A9}" destId="{63EB7F73-0321-49D0-8BEA-2DF3D260246D}" srcOrd="0" destOrd="0" parTransId="{F05085A0-370D-41AB-9EAE-A262B0D0341B}" sibTransId="{34506368-B376-414E-BE71-A686F574ABCF}"/>
    <dgm:cxn modelId="{A382A4FD-3181-4E90-A4E0-AE95B363BA88}" srcId="{2750A0E5-18BB-463A-A4F7-AC1E8DE7E2A9}" destId="{095D3E62-A5E4-43A4-A37B-8C8428404925}" srcOrd="1" destOrd="0" parTransId="{A914BFC5-BA4C-403E-95A9-3416845F0CE4}" sibTransId="{24E29BFA-EDF2-4AE0-93D4-84C0F71284F8}"/>
    <dgm:cxn modelId="{8B0C00A8-20C4-5245-9D6F-FD991745725F}" type="presParOf" srcId="{6989B76E-9603-5740-A1E8-AD9AD46E105A}" destId="{D4449387-7AFE-164D-9268-0F9FCA807F4E}" srcOrd="0" destOrd="0" presId="urn:microsoft.com/office/officeart/2005/8/layout/vList2"/>
    <dgm:cxn modelId="{9BF685A6-C638-BD4F-99A4-D2400A8565EF}" type="presParOf" srcId="{6989B76E-9603-5740-A1E8-AD9AD46E105A}" destId="{C221F782-050D-C345-8C61-183413BACABC}" srcOrd="1" destOrd="0" presId="urn:microsoft.com/office/officeart/2005/8/layout/vList2"/>
    <dgm:cxn modelId="{2B644DB6-E98E-F04A-BDA3-D22B606CF1EC}" type="presParOf" srcId="{6989B76E-9603-5740-A1E8-AD9AD46E105A}" destId="{81BC8573-D544-7748-9B13-B266BA01A81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EE07DA-8AF7-D646-BD9F-A74045D702A4}" type="doc">
      <dgm:prSet loTypeId="urn:microsoft.com/office/officeart/2005/8/layout/hList1" loCatId="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MX"/>
        </a:p>
      </dgm:t>
    </dgm:pt>
    <dgm:pt modelId="{5D31748A-C6F5-2148-840D-5BADC9DE23E6}">
      <dgm:prSet phldrT="[Texto]" custT="1"/>
      <dgm:spPr/>
      <dgm:t>
        <a:bodyPr/>
        <a:lstStyle/>
        <a:p>
          <a:r>
            <a:rPr lang="es-MX" sz="2400" b="1" dirty="0"/>
            <a:t>1 de 5</a:t>
          </a:r>
        </a:p>
      </dgm:t>
    </dgm:pt>
    <dgm:pt modelId="{1B21BE0E-4FAE-A444-8E3A-E7EE8E38998D}" type="parTrans" cxnId="{E45B0B07-A8A9-9645-BC69-C91854BB8824}">
      <dgm:prSet/>
      <dgm:spPr/>
      <dgm:t>
        <a:bodyPr/>
        <a:lstStyle/>
        <a:p>
          <a:endParaRPr lang="es-MX"/>
        </a:p>
      </dgm:t>
    </dgm:pt>
    <dgm:pt modelId="{802EDE48-F3FA-BD44-9A25-9ADDBEC4FFC9}" type="sibTrans" cxnId="{E45B0B07-A8A9-9645-BC69-C91854BB8824}">
      <dgm:prSet/>
      <dgm:spPr/>
      <dgm:t>
        <a:bodyPr/>
        <a:lstStyle/>
        <a:p>
          <a:endParaRPr lang="es-MX"/>
        </a:p>
      </dgm:t>
    </dgm:pt>
    <dgm:pt modelId="{C6D30B08-FB5A-6745-8306-3159A20893A7}">
      <dgm:prSet phldrT="[Texto]" custT="1"/>
      <dgm:spPr/>
      <dgm:t>
        <a:bodyPr/>
        <a:lstStyle/>
        <a:p>
          <a:pPr algn="ctr">
            <a:buNone/>
          </a:pPr>
          <a:r>
            <a:rPr lang="es-MX" sz="1800" b="1" dirty="0"/>
            <a:t>Adultos Mayores</a:t>
          </a:r>
        </a:p>
      </dgm:t>
    </dgm:pt>
    <dgm:pt modelId="{E0640BEA-968A-7E41-957C-55239E9F3431}" type="parTrans" cxnId="{6AF97DB2-1C95-0C43-8309-AB7D375CD3EC}">
      <dgm:prSet/>
      <dgm:spPr/>
      <dgm:t>
        <a:bodyPr/>
        <a:lstStyle/>
        <a:p>
          <a:endParaRPr lang="es-MX"/>
        </a:p>
      </dgm:t>
    </dgm:pt>
    <dgm:pt modelId="{E1DF3938-E18A-4141-9365-5B5A1AA4ABC6}" type="sibTrans" cxnId="{6AF97DB2-1C95-0C43-8309-AB7D375CD3EC}">
      <dgm:prSet/>
      <dgm:spPr/>
      <dgm:t>
        <a:bodyPr/>
        <a:lstStyle/>
        <a:p>
          <a:endParaRPr lang="es-MX"/>
        </a:p>
      </dgm:t>
    </dgm:pt>
    <dgm:pt modelId="{BEF8C568-C850-904C-9150-55F740DECFF8}">
      <dgm:prSet phldrT="[Texto]" custT="1"/>
      <dgm:spPr/>
      <dgm:t>
        <a:bodyPr/>
        <a:lstStyle/>
        <a:p>
          <a:r>
            <a:rPr lang="es-MX" sz="2400" b="1" dirty="0"/>
            <a:t>70%</a:t>
          </a:r>
        </a:p>
      </dgm:t>
    </dgm:pt>
    <dgm:pt modelId="{3B9BA809-3597-AD46-8DDF-CB90FE28CF02}" type="parTrans" cxnId="{DDB03014-3301-E542-87B8-6E6828B68D81}">
      <dgm:prSet/>
      <dgm:spPr/>
      <dgm:t>
        <a:bodyPr/>
        <a:lstStyle/>
        <a:p>
          <a:endParaRPr lang="es-MX"/>
        </a:p>
      </dgm:t>
    </dgm:pt>
    <dgm:pt modelId="{AD499F6D-B301-B740-8E3B-73CA891E93BA}" type="sibTrans" cxnId="{DDB03014-3301-E542-87B8-6E6828B68D81}">
      <dgm:prSet/>
      <dgm:spPr/>
      <dgm:t>
        <a:bodyPr/>
        <a:lstStyle/>
        <a:p>
          <a:endParaRPr lang="es-MX"/>
        </a:p>
      </dgm:t>
    </dgm:pt>
    <dgm:pt modelId="{C127FD34-261B-2144-9F60-AC3657BB7605}">
      <dgm:prSet phldrT="[Texto]"/>
      <dgm:spPr/>
      <dgm:t>
        <a:bodyPr/>
        <a:lstStyle/>
        <a:p>
          <a:pPr algn="ctr">
            <a:buNone/>
          </a:pPr>
          <a:r>
            <a:rPr lang="es-MX" b="1" dirty="0"/>
            <a:t>Signos Desapercibidos</a:t>
          </a:r>
        </a:p>
      </dgm:t>
    </dgm:pt>
    <dgm:pt modelId="{E8D985B2-28A9-3044-8B7E-2F5E4656AE2F}" type="parTrans" cxnId="{6E64B4E7-BE71-A542-9AC4-9E47010D01F3}">
      <dgm:prSet/>
      <dgm:spPr/>
      <dgm:t>
        <a:bodyPr/>
        <a:lstStyle/>
        <a:p>
          <a:endParaRPr lang="es-MX"/>
        </a:p>
      </dgm:t>
    </dgm:pt>
    <dgm:pt modelId="{5EBBEDB7-C8C5-1E46-921C-2A87F713466B}" type="sibTrans" cxnId="{6E64B4E7-BE71-A542-9AC4-9E47010D01F3}">
      <dgm:prSet/>
      <dgm:spPr/>
      <dgm:t>
        <a:bodyPr/>
        <a:lstStyle/>
        <a:p>
          <a:endParaRPr lang="es-MX"/>
        </a:p>
      </dgm:t>
    </dgm:pt>
    <dgm:pt modelId="{2A15237A-282C-6241-883F-41B3BBF965B8}">
      <dgm:prSet phldrT="[Texto]"/>
      <dgm:spPr/>
      <dgm:t>
        <a:bodyPr/>
        <a:lstStyle/>
        <a:p>
          <a:pPr algn="ctr">
            <a:buNone/>
          </a:pPr>
          <a:r>
            <a:rPr lang="es-MX" dirty="0"/>
            <a:t>Los cambios tempranos pasan inadvertidos</a:t>
          </a:r>
        </a:p>
      </dgm:t>
    </dgm:pt>
    <dgm:pt modelId="{B13A680E-CF12-3A4D-AC0B-1448E6BA1ED1}" type="parTrans" cxnId="{5B36281F-55AD-D342-B5D5-A7C675C2F302}">
      <dgm:prSet/>
      <dgm:spPr/>
      <dgm:t>
        <a:bodyPr/>
        <a:lstStyle/>
        <a:p>
          <a:endParaRPr lang="es-MX"/>
        </a:p>
      </dgm:t>
    </dgm:pt>
    <dgm:pt modelId="{46C6471B-6DFF-8349-8EA9-F1DA78A361F1}" type="sibTrans" cxnId="{5B36281F-55AD-D342-B5D5-A7C675C2F302}">
      <dgm:prSet/>
      <dgm:spPr/>
      <dgm:t>
        <a:bodyPr/>
        <a:lstStyle/>
        <a:p>
          <a:endParaRPr lang="es-MX"/>
        </a:p>
      </dgm:t>
    </dgm:pt>
    <dgm:pt modelId="{446518EC-9793-1340-9940-33F204AB741C}">
      <dgm:prSet phldrT="[Texto]" custT="1"/>
      <dgm:spPr/>
      <dgm:t>
        <a:bodyPr/>
        <a:lstStyle/>
        <a:p>
          <a:r>
            <a:rPr lang="es-MX" sz="2400" b="1" dirty="0"/>
            <a:t>40%</a:t>
          </a:r>
        </a:p>
      </dgm:t>
    </dgm:pt>
    <dgm:pt modelId="{932C0665-462D-E44F-83F3-B40BC457B793}" type="parTrans" cxnId="{ABB64B91-81C3-4047-95D6-C158FA5304BB}">
      <dgm:prSet/>
      <dgm:spPr/>
      <dgm:t>
        <a:bodyPr/>
        <a:lstStyle/>
        <a:p>
          <a:endParaRPr lang="es-MX"/>
        </a:p>
      </dgm:t>
    </dgm:pt>
    <dgm:pt modelId="{4DA56D49-A59A-5241-9C9C-76E9436BD489}" type="sibTrans" cxnId="{ABB64B91-81C3-4047-95D6-C158FA5304BB}">
      <dgm:prSet/>
      <dgm:spPr/>
      <dgm:t>
        <a:bodyPr/>
        <a:lstStyle/>
        <a:p>
          <a:endParaRPr lang="es-MX"/>
        </a:p>
      </dgm:t>
    </dgm:pt>
    <dgm:pt modelId="{5B7D6FC1-3C1E-E54C-8B5F-F1347ED331B7}">
      <dgm:prSet phldrT="[Texto]"/>
      <dgm:spPr/>
      <dgm:t>
        <a:bodyPr/>
        <a:lstStyle/>
        <a:p>
          <a:pPr algn="ctr">
            <a:buNone/>
          </a:pPr>
          <a:r>
            <a:rPr lang="es-MX" b="1" dirty="0"/>
            <a:t>Hospitalizaciones Evitables</a:t>
          </a:r>
        </a:p>
      </dgm:t>
    </dgm:pt>
    <dgm:pt modelId="{E8C94696-2922-9D49-A450-319C74693CAF}" type="parTrans" cxnId="{F0760D5F-9D44-3443-9B12-C2742E800EB5}">
      <dgm:prSet/>
      <dgm:spPr/>
      <dgm:t>
        <a:bodyPr/>
        <a:lstStyle/>
        <a:p>
          <a:endParaRPr lang="es-MX"/>
        </a:p>
      </dgm:t>
    </dgm:pt>
    <dgm:pt modelId="{015C6375-CB35-644D-B2E9-CB06A513612B}" type="sibTrans" cxnId="{F0760D5F-9D44-3443-9B12-C2742E800EB5}">
      <dgm:prSet/>
      <dgm:spPr/>
      <dgm:t>
        <a:bodyPr/>
        <a:lstStyle/>
        <a:p>
          <a:endParaRPr lang="es-MX"/>
        </a:p>
      </dgm:t>
    </dgm:pt>
    <dgm:pt modelId="{BC53D9FA-B001-744F-8400-7A3EEEFDF048}">
      <dgm:prSet phldrT="[Texto]"/>
      <dgm:spPr/>
      <dgm:t>
        <a:bodyPr/>
        <a:lstStyle/>
        <a:p>
          <a:pPr algn="ctr">
            <a:buNone/>
          </a:pPr>
          <a:r>
            <a:rPr lang="es-MX" dirty="0"/>
            <a:t>Podrían evitarse con detección temprana</a:t>
          </a:r>
        </a:p>
      </dgm:t>
    </dgm:pt>
    <dgm:pt modelId="{3B6D66C8-AA4F-AD46-9812-D44EFC27BDA2}" type="parTrans" cxnId="{7BBC320E-4FFF-534D-99FA-39A96098CAE9}">
      <dgm:prSet/>
      <dgm:spPr/>
      <dgm:t>
        <a:bodyPr/>
        <a:lstStyle/>
        <a:p>
          <a:endParaRPr lang="es-MX"/>
        </a:p>
      </dgm:t>
    </dgm:pt>
    <dgm:pt modelId="{B046BAD6-F6F8-954F-AF1F-B72BB117C78B}" type="sibTrans" cxnId="{7BBC320E-4FFF-534D-99FA-39A96098CAE9}">
      <dgm:prSet/>
      <dgm:spPr/>
      <dgm:t>
        <a:bodyPr/>
        <a:lstStyle/>
        <a:p>
          <a:endParaRPr lang="es-MX"/>
        </a:p>
      </dgm:t>
    </dgm:pt>
    <dgm:pt modelId="{5B26023E-39FD-A545-B142-63F7AD667264}">
      <dgm:prSet phldrT="[Texto]"/>
      <dgm:spPr/>
      <dgm:t>
        <a:bodyPr/>
        <a:lstStyle/>
        <a:p>
          <a:pPr algn="ctr">
            <a:buNone/>
          </a:pPr>
          <a:endParaRPr lang="es-MX" dirty="0"/>
        </a:p>
      </dgm:t>
    </dgm:pt>
    <dgm:pt modelId="{60FE70DF-B8B0-E042-A325-9AA43491DBCE}" type="parTrans" cxnId="{3489488F-9A71-A84E-988C-C796A85BB4F3}">
      <dgm:prSet/>
      <dgm:spPr/>
      <dgm:t>
        <a:bodyPr/>
        <a:lstStyle/>
        <a:p>
          <a:endParaRPr lang="es-MX"/>
        </a:p>
      </dgm:t>
    </dgm:pt>
    <dgm:pt modelId="{CC3C20F0-FA06-E045-ADBA-409CB08D52DF}" type="sibTrans" cxnId="{3489488F-9A71-A84E-988C-C796A85BB4F3}">
      <dgm:prSet/>
      <dgm:spPr/>
      <dgm:t>
        <a:bodyPr/>
        <a:lstStyle/>
        <a:p>
          <a:endParaRPr lang="es-MX"/>
        </a:p>
      </dgm:t>
    </dgm:pt>
    <dgm:pt modelId="{3B8A70A5-A656-D543-95E7-B9FA05523EEF}">
      <dgm:prSet phldrT="[Texto]"/>
      <dgm:spPr/>
      <dgm:t>
        <a:bodyPr/>
        <a:lstStyle/>
        <a:p>
          <a:pPr algn="ctr">
            <a:buNone/>
          </a:pPr>
          <a:endParaRPr lang="es-MX" dirty="0"/>
        </a:p>
      </dgm:t>
    </dgm:pt>
    <dgm:pt modelId="{BCE2F2DB-27D5-8B40-98BB-E8B40A76B686}" type="parTrans" cxnId="{37CC19F3-E0D9-2940-ADCB-D5CFC9C46C74}">
      <dgm:prSet/>
      <dgm:spPr/>
      <dgm:t>
        <a:bodyPr/>
        <a:lstStyle/>
        <a:p>
          <a:endParaRPr lang="es-MX"/>
        </a:p>
      </dgm:t>
    </dgm:pt>
    <dgm:pt modelId="{DBD1A69A-F56D-E64C-B959-79D873DCBEE7}" type="sibTrans" cxnId="{37CC19F3-E0D9-2940-ADCB-D5CFC9C46C74}">
      <dgm:prSet/>
      <dgm:spPr/>
      <dgm:t>
        <a:bodyPr/>
        <a:lstStyle/>
        <a:p>
          <a:endParaRPr lang="es-MX"/>
        </a:p>
      </dgm:t>
    </dgm:pt>
    <dgm:pt modelId="{920967FC-B63C-574B-AF09-387A65594441}">
      <dgm:prSet phldrT="[Texto]" custT="1"/>
      <dgm:spPr/>
      <dgm:t>
        <a:bodyPr/>
        <a:lstStyle/>
        <a:p>
          <a:pPr algn="ctr">
            <a:buNone/>
          </a:pPr>
          <a:r>
            <a:rPr lang="es-MX" sz="1800" dirty="0"/>
            <a:t>Presentan deterioro cógnitivo</a:t>
          </a:r>
        </a:p>
      </dgm:t>
    </dgm:pt>
    <dgm:pt modelId="{40212905-56AF-5348-9F88-96E600DB6FBA}" type="parTrans" cxnId="{1EE6FB91-7BC9-AD40-BC60-8D94F3B2B2D3}">
      <dgm:prSet/>
      <dgm:spPr/>
      <dgm:t>
        <a:bodyPr/>
        <a:lstStyle/>
        <a:p>
          <a:endParaRPr lang="es-MX"/>
        </a:p>
      </dgm:t>
    </dgm:pt>
    <dgm:pt modelId="{AB12DEA8-49E6-6E4B-8DE4-03F789AA5FCD}" type="sibTrans" cxnId="{1EE6FB91-7BC9-AD40-BC60-8D94F3B2B2D3}">
      <dgm:prSet/>
      <dgm:spPr/>
      <dgm:t>
        <a:bodyPr/>
        <a:lstStyle/>
        <a:p>
          <a:endParaRPr lang="es-MX"/>
        </a:p>
      </dgm:t>
    </dgm:pt>
    <dgm:pt modelId="{021A7EE8-3742-3A4A-AC4B-519E92595706}">
      <dgm:prSet phldrT="[Texto]" custT="1"/>
      <dgm:spPr/>
      <dgm:t>
        <a:bodyPr/>
        <a:lstStyle/>
        <a:p>
          <a:pPr algn="ctr">
            <a:buNone/>
          </a:pPr>
          <a:endParaRPr lang="es-MX" sz="1800" dirty="0"/>
        </a:p>
      </dgm:t>
    </dgm:pt>
    <dgm:pt modelId="{7124465D-E474-5F42-9F51-9766D58250A8}" type="parTrans" cxnId="{FF3C00ED-4F76-C34C-9940-3266C5E5E158}">
      <dgm:prSet/>
      <dgm:spPr/>
      <dgm:t>
        <a:bodyPr/>
        <a:lstStyle/>
        <a:p>
          <a:endParaRPr lang="es-MX"/>
        </a:p>
      </dgm:t>
    </dgm:pt>
    <dgm:pt modelId="{7B5EB675-F382-4A41-8A74-BEF9FDBFC5E4}" type="sibTrans" cxnId="{FF3C00ED-4F76-C34C-9940-3266C5E5E158}">
      <dgm:prSet/>
      <dgm:spPr/>
      <dgm:t>
        <a:bodyPr/>
        <a:lstStyle/>
        <a:p>
          <a:endParaRPr lang="es-MX"/>
        </a:p>
      </dgm:t>
    </dgm:pt>
    <dgm:pt modelId="{1758A070-EF88-D846-815B-8C48F0FCFA3B}" type="pres">
      <dgm:prSet presAssocID="{76EE07DA-8AF7-D646-BD9F-A74045D702A4}" presName="Name0" presStyleCnt="0">
        <dgm:presLayoutVars>
          <dgm:dir/>
          <dgm:animLvl val="lvl"/>
          <dgm:resizeHandles val="exact"/>
        </dgm:presLayoutVars>
      </dgm:prSet>
      <dgm:spPr/>
    </dgm:pt>
    <dgm:pt modelId="{C996BED0-D620-D546-8E11-355E6096C6B8}" type="pres">
      <dgm:prSet presAssocID="{5D31748A-C6F5-2148-840D-5BADC9DE23E6}" presName="composite" presStyleCnt="0"/>
      <dgm:spPr/>
    </dgm:pt>
    <dgm:pt modelId="{4E7D85A1-B0C6-794B-BEC8-0D5404A643A5}" type="pres">
      <dgm:prSet presAssocID="{5D31748A-C6F5-2148-840D-5BADC9DE23E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32C6BFD-80C5-8D49-836A-1814A1E63F9A}" type="pres">
      <dgm:prSet presAssocID="{5D31748A-C6F5-2148-840D-5BADC9DE23E6}" presName="desTx" presStyleLbl="alignAccFollowNode1" presStyleIdx="0" presStyleCnt="3">
        <dgm:presLayoutVars>
          <dgm:bulletEnabled val="1"/>
        </dgm:presLayoutVars>
      </dgm:prSet>
      <dgm:spPr/>
    </dgm:pt>
    <dgm:pt modelId="{92B6105D-7660-DB4D-AA74-52DF7883644B}" type="pres">
      <dgm:prSet presAssocID="{802EDE48-F3FA-BD44-9A25-9ADDBEC4FFC9}" presName="space" presStyleCnt="0"/>
      <dgm:spPr/>
    </dgm:pt>
    <dgm:pt modelId="{D0BB994C-1FE1-3747-BB1B-A2261F517B9C}" type="pres">
      <dgm:prSet presAssocID="{BEF8C568-C850-904C-9150-55F740DECFF8}" presName="composite" presStyleCnt="0"/>
      <dgm:spPr/>
    </dgm:pt>
    <dgm:pt modelId="{DC14F3ED-DFB9-BE45-92A0-67C36BC967AF}" type="pres">
      <dgm:prSet presAssocID="{BEF8C568-C850-904C-9150-55F740DECFF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57A6C04-4906-F043-98AF-0882ED12140C}" type="pres">
      <dgm:prSet presAssocID="{BEF8C568-C850-904C-9150-55F740DECFF8}" presName="desTx" presStyleLbl="alignAccFollowNode1" presStyleIdx="1" presStyleCnt="3">
        <dgm:presLayoutVars>
          <dgm:bulletEnabled val="1"/>
        </dgm:presLayoutVars>
      </dgm:prSet>
      <dgm:spPr/>
    </dgm:pt>
    <dgm:pt modelId="{ABC3A465-DF1A-1840-94DA-2946CA4BDBFA}" type="pres">
      <dgm:prSet presAssocID="{AD499F6D-B301-B740-8E3B-73CA891E93BA}" presName="space" presStyleCnt="0"/>
      <dgm:spPr/>
    </dgm:pt>
    <dgm:pt modelId="{AA123CEC-1B65-4A4F-A876-6344F4C30361}" type="pres">
      <dgm:prSet presAssocID="{446518EC-9793-1340-9940-33F204AB741C}" presName="composite" presStyleCnt="0"/>
      <dgm:spPr/>
    </dgm:pt>
    <dgm:pt modelId="{3FD11655-081E-3C48-80F4-2A0DE3A5EF5E}" type="pres">
      <dgm:prSet presAssocID="{446518EC-9793-1340-9940-33F204AB741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A232709-7FEB-974C-B306-627BD97B8DE5}" type="pres">
      <dgm:prSet presAssocID="{446518EC-9793-1340-9940-33F204AB741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4CB1F02-F17F-3441-BA76-1BD2ADB632EC}" type="presOf" srcId="{5B26023E-39FD-A545-B142-63F7AD667264}" destId="{257A6C04-4906-F043-98AF-0882ED12140C}" srcOrd="0" destOrd="1" presId="urn:microsoft.com/office/officeart/2005/8/layout/hList1"/>
    <dgm:cxn modelId="{25953805-83DE-D54B-A61E-7F120DFB015C}" type="presOf" srcId="{3B8A70A5-A656-D543-95E7-B9FA05523EEF}" destId="{BA232709-7FEB-974C-B306-627BD97B8DE5}" srcOrd="0" destOrd="1" presId="urn:microsoft.com/office/officeart/2005/8/layout/hList1"/>
    <dgm:cxn modelId="{E45B0B07-A8A9-9645-BC69-C91854BB8824}" srcId="{76EE07DA-8AF7-D646-BD9F-A74045D702A4}" destId="{5D31748A-C6F5-2148-840D-5BADC9DE23E6}" srcOrd="0" destOrd="0" parTransId="{1B21BE0E-4FAE-A444-8E3A-E7EE8E38998D}" sibTransId="{802EDE48-F3FA-BD44-9A25-9ADDBEC4FFC9}"/>
    <dgm:cxn modelId="{7BBC320E-4FFF-534D-99FA-39A96098CAE9}" srcId="{446518EC-9793-1340-9940-33F204AB741C}" destId="{BC53D9FA-B001-744F-8400-7A3EEEFDF048}" srcOrd="2" destOrd="0" parTransId="{3B6D66C8-AA4F-AD46-9812-D44EFC27BDA2}" sibTransId="{B046BAD6-F6F8-954F-AF1F-B72BB117C78B}"/>
    <dgm:cxn modelId="{9A8A3D13-C0F3-4343-827C-EE816420BE3D}" type="presOf" srcId="{5B7D6FC1-3C1E-E54C-8B5F-F1347ED331B7}" destId="{BA232709-7FEB-974C-B306-627BD97B8DE5}" srcOrd="0" destOrd="0" presId="urn:microsoft.com/office/officeart/2005/8/layout/hList1"/>
    <dgm:cxn modelId="{DDB03014-3301-E542-87B8-6E6828B68D81}" srcId="{76EE07DA-8AF7-D646-BD9F-A74045D702A4}" destId="{BEF8C568-C850-904C-9150-55F740DECFF8}" srcOrd="1" destOrd="0" parTransId="{3B9BA809-3597-AD46-8DDF-CB90FE28CF02}" sibTransId="{AD499F6D-B301-B740-8E3B-73CA891E93BA}"/>
    <dgm:cxn modelId="{5B36281F-55AD-D342-B5D5-A7C675C2F302}" srcId="{BEF8C568-C850-904C-9150-55F740DECFF8}" destId="{2A15237A-282C-6241-883F-41B3BBF965B8}" srcOrd="2" destOrd="0" parTransId="{B13A680E-CF12-3A4D-AC0B-1448E6BA1ED1}" sibTransId="{46C6471B-6DFF-8349-8EA9-F1DA78A361F1}"/>
    <dgm:cxn modelId="{D1C2B922-A3D2-F14B-885E-C10373AA3644}" type="presOf" srcId="{2A15237A-282C-6241-883F-41B3BBF965B8}" destId="{257A6C04-4906-F043-98AF-0882ED12140C}" srcOrd="0" destOrd="2" presId="urn:microsoft.com/office/officeart/2005/8/layout/hList1"/>
    <dgm:cxn modelId="{D6E19327-3383-5C47-A1F7-E65DCB22B803}" type="presOf" srcId="{C127FD34-261B-2144-9F60-AC3657BB7605}" destId="{257A6C04-4906-F043-98AF-0882ED12140C}" srcOrd="0" destOrd="0" presId="urn:microsoft.com/office/officeart/2005/8/layout/hList1"/>
    <dgm:cxn modelId="{1D63B52F-0CB5-EF43-B24F-CF1D245776FB}" type="presOf" srcId="{C6D30B08-FB5A-6745-8306-3159A20893A7}" destId="{E32C6BFD-80C5-8D49-836A-1814A1E63F9A}" srcOrd="0" destOrd="0" presId="urn:microsoft.com/office/officeart/2005/8/layout/hList1"/>
    <dgm:cxn modelId="{3E6F624A-EF89-1746-9029-49DF2D9A91CC}" type="presOf" srcId="{76EE07DA-8AF7-D646-BD9F-A74045D702A4}" destId="{1758A070-EF88-D846-815B-8C48F0FCFA3B}" srcOrd="0" destOrd="0" presId="urn:microsoft.com/office/officeart/2005/8/layout/hList1"/>
    <dgm:cxn modelId="{F0760D5F-9D44-3443-9B12-C2742E800EB5}" srcId="{446518EC-9793-1340-9940-33F204AB741C}" destId="{5B7D6FC1-3C1E-E54C-8B5F-F1347ED331B7}" srcOrd="0" destOrd="0" parTransId="{E8C94696-2922-9D49-A450-319C74693CAF}" sibTransId="{015C6375-CB35-644D-B2E9-CB06A513612B}"/>
    <dgm:cxn modelId="{6A40137F-FF05-0A42-AC52-3AF6B8BBB2E5}" type="presOf" srcId="{5D31748A-C6F5-2148-840D-5BADC9DE23E6}" destId="{4E7D85A1-B0C6-794B-BEC8-0D5404A643A5}" srcOrd="0" destOrd="0" presId="urn:microsoft.com/office/officeart/2005/8/layout/hList1"/>
    <dgm:cxn modelId="{D6F46481-DE7F-8544-8FC8-DE1530F40B2B}" type="presOf" srcId="{446518EC-9793-1340-9940-33F204AB741C}" destId="{3FD11655-081E-3C48-80F4-2A0DE3A5EF5E}" srcOrd="0" destOrd="0" presId="urn:microsoft.com/office/officeart/2005/8/layout/hList1"/>
    <dgm:cxn modelId="{BCEAE387-DE1E-AC43-B014-3C4DE6145C38}" type="presOf" srcId="{021A7EE8-3742-3A4A-AC4B-519E92595706}" destId="{E32C6BFD-80C5-8D49-836A-1814A1E63F9A}" srcOrd="0" destOrd="1" presId="urn:microsoft.com/office/officeart/2005/8/layout/hList1"/>
    <dgm:cxn modelId="{3489488F-9A71-A84E-988C-C796A85BB4F3}" srcId="{BEF8C568-C850-904C-9150-55F740DECFF8}" destId="{5B26023E-39FD-A545-B142-63F7AD667264}" srcOrd="1" destOrd="0" parTransId="{60FE70DF-B8B0-E042-A325-9AA43491DBCE}" sibTransId="{CC3C20F0-FA06-E045-ADBA-409CB08D52DF}"/>
    <dgm:cxn modelId="{ABB64B91-81C3-4047-95D6-C158FA5304BB}" srcId="{76EE07DA-8AF7-D646-BD9F-A74045D702A4}" destId="{446518EC-9793-1340-9940-33F204AB741C}" srcOrd="2" destOrd="0" parTransId="{932C0665-462D-E44F-83F3-B40BC457B793}" sibTransId="{4DA56D49-A59A-5241-9C9C-76E9436BD489}"/>
    <dgm:cxn modelId="{1EE6FB91-7BC9-AD40-BC60-8D94F3B2B2D3}" srcId="{5D31748A-C6F5-2148-840D-5BADC9DE23E6}" destId="{920967FC-B63C-574B-AF09-387A65594441}" srcOrd="2" destOrd="0" parTransId="{40212905-56AF-5348-9F88-96E600DB6FBA}" sibTransId="{AB12DEA8-49E6-6E4B-8DE4-03F789AA5FCD}"/>
    <dgm:cxn modelId="{6AF97DB2-1C95-0C43-8309-AB7D375CD3EC}" srcId="{5D31748A-C6F5-2148-840D-5BADC9DE23E6}" destId="{C6D30B08-FB5A-6745-8306-3159A20893A7}" srcOrd="0" destOrd="0" parTransId="{E0640BEA-968A-7E41-957C-55239E9F3431}" sibTransId="{E1DF3938-E18A-4141-9365-5B5A1AA4ABC6}"/>
    <dgm:cxn modelId="{484456B3-8B26-8841-9684-6C566781DA5E}" type="presOf" srcId="{920967FC-B63C-574B-AF09-387A65594441}" destId="{E32C6BFD-80C5-8D49-836A-1814A1E63F9A}" srcOrd="0" destOrd="2" presId="urn:microsoft.com/office/officeart/2005/8/layout/hList1"/>
    <dgm:cxn modelId="{87FABEB9-094D-2D4B-B16A-96F293CF1FB3}" type="presOf" srcId="{BEF8C568-C850-904C-9150-55F740DECFF8}" destId="{DC14F3ED-DFB9-BE45-92A0-67C36BC967AF}" srcOrd="0" destOrd="0" presId="urn:microsoft.com/office/officeart/2005/8/layout/hList1"/>
    <dgm:cxn modelId="{9C1C4BD0-D04F-D042-93F8-AD1B7721FF46}" type="presOf" srcId="{BC53D9FA-B001-744F-8400-7A3EEEFDF048}" destId="{BA232709-7FEB-974C-B306-627BD97B8DE5}" srcOrd="0" destOrd="2" presId="urn:microsoft.com/office/officeart/2005/8/layout/hList1"/>
    <dgm:cxn modelId="{6E64B4E7-BE71-A542-9AC4-9E47010D01F3}" srcId="{BEF8C568-C850-904C-9150-55F740DECFF8}" destId="{C127FD34-261B-2144-9F60-AC3657BB7605}" srcOrd="0" destOrd="0" parTransId="{E8D985B2-28A9-3044-8B7E-2F5E4656AE2F}" sibTransId="{5EBBEDB7-C8C5-1E46-921C-2A87F713466B}"/>
    <dgm:cxn modelId="{FF3C00ED-4F76-C34C-9940-3266C5E5E158}" srcId="{5D31748A-C6F5-2148-840D-5BADC9DE23E6}" destId="{021A7EE8-3742-3A4A-AC4B-519E92595706}" srcOrd="1" destOrd="0" parTransId="{7124465D-E474-5F42-9F51-9766D58250A8}" sibTransId="{7B5EB675-F382-4A41-8A74-BEF9FDBFC5E4}"/>
    <dgm:cxn modelId="{37CC19F3-E0D9-2940-ADCB-D5CFC9C46C74}" srcId="{446518EC-9793-1340-9940-33F204AB741C}" destId="{3B8A70A5-A656-D543-95E7-B9FA05523EEF}" srcOrd="1" destOrd="0" parTransId="{BCE2F2DB-27D5-8B40-98BB-E8B40A76B686}" sibTransId="{DBD1A69A-F56D-E64C-B959-79D873DCBEE7}"/>
    <dgm:cxn modelId="{0011008E-FE4A-374B-814E-08C636525A0C}" type="presParOf" srcId="{1758A070-EF88-D846-815B-8C48F0FCFA3B}" destId="{C996BED0-D620-D546-8E11-355E6096C6B8}" srcOrd="0" destOrd="0" presId="urn:microsoft.com/office/officeart/2005/8/layout/hList1"/>
    <dgm:cxn modelId="{125555A2-F1BF-5845-BA2F-E6EFA5E01D4E}" type="presParOf" srcId="{C996BED0-D620-D546-8E11-355E6096C6B8}" destId="{4E7D85A1-B0C6-794B-BEC8-0D5404A643A5}" srcOrd="0" destOrd="0" presId="urn:microsoft.com/office/officeart/2005/8/layout/hList1"/>
    <dgm:cxn modelId="{292E2F91-A521-DA49-BA35-BB98628EA579}" type="presParOf" srcId="{C996BED0-D620-D546-8E11-355E6096C6B8}" destId="{E32C6BFD-80C5-8D49-836A-1814A1E63F9A}" srcOrd="1" destOrd="0" presId="urn:microsoft.com/office/officeart/2005/8/layout/hList1"/>
    <dgm:cxn modelId="{530DDEBF-8C36-1F47-92EF-C594A018F8FE}" type="presParOf" srcId="{1758A070-EF88-D846-815B-8C48F0FCFA3B}" destId="{92B6105D-7660-DB4D-AA74-52DF7883644B}" srcOrd="1" destOrd="0" presId="urn:microsoft.com/office/officeart/2005/8/layout/hList1"/>
    <dgm:cxn modelId="{E22E68B6-AECC-C64A-BD44-1C4E680441CB}" type="presParOf" srcId="{1758A070-EF88-D846-815B-8C48F0FCFA3B}" destId="{D0BB994C-1FE1-3747-BB1B-A2261F517B9C}" srcOrd="2" destOrd="0" presId="urn:microsoft.com/office/officeart/2005/8/layout/hList1"/>
    <dgm:cxn modelId="{31B4E1C8-A8A1-0746-BF57-BC79CD8C0491}" type="presParOf" srcId="{D0BB994C-1FE1-3747-BB1B-A2261F517B9C}" destId="{DC14F3ED-DFB9-BE45-92A0-67C36BC967AF}" srcOrd="0" destOrd="0" presId="urn:microsoft.com/office/officeart/2005/8/layout/hList1"/>
    <dgm:cxn modelId="{44E69C29-9392-954A-9016-4DBCF3A6628A}" type="presParOf" srcId="{D0BB994C-1FE1-3747-BB1B-A2261F517B9C}" destId="{257A6C04-4906-F043-98AF-0882ED12140C}" srcOrd="1" destOrd="0" presId="urn:microsoft.com/office/officeart/2005/8/layout/hList1"/>
    <dgm:cxn modelId="{B88AB213-6C9E-1C4C-A51B-13E1AC564AAA}" type="presParOf" srcId="{1758A070-EF88-D846-815B-8C48F0FCFA3B}" destId="{ABC3A465-DF1A-1840-94DA-2946CA4BDBFA}" srcOrd="3" destOrd="0" presId="urn:microsoft.com/office/officeart/2005/8/layout/hList1"/>
    <dgm:cxn modelId="{79C66D88-65AB-FB45-88AE-71FD1B6E1750}" type="presParOf" srcId="{1758A070-EF88-D846-815B-8C48F0FCFA3B}" destId="{AA123CEC-1B65-4A4F-A876-6344F4C30361}" srcOrd="4" destOrd="0" presId="urn:microsoft.com/office/officeart/2005/8/layout/hList1"/>
    <dgm:cxn modelId="{1CC21A4B-9F2F-594F-BBEB-078F8141609B}" type="presParOf" srcId="{AA123CEC-1B65-4A4F-A876-6344F4C30361}" destId="{3FD11655-081E-3C48-80F4-2A0DE3A5EF5E}" srcOrd="0" destOrd="0" presId="urn:microsoft.com/office/officeart/2005/8/layout/hList1"/>
    <dgm:cxn modelId="{C9C80386-A2A0-B343-8162-5394B62ECBB3}" type="presParOf" srcId="{AA123CEC-1B65-4A4F-A876-6344F4C30361}" destId="{BA232709-7FEB-974C-B306-627BD97B8DE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573187-5F77-45CA-987C-01DDB9DD886A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A5B56E-1A26-4E6A-B148-2AAC80264B7A}">
      <dgm:prSet/>
      <dgm:spPr/>
      <dgm:t>
        <a:bodyPr/>
        <a:lstStyle/>
        <a:p>
          <a:r>
            <a:rPr lang="es-ES_tradnl" b="1"/>
            <a:t>Hospitalizaciones de Emergencia</a:t>
          </a:r>
          <a:endParaRPr lang="en-US"/>
        </a:p>
      </dgm:t>
    </dgm:pt>
    <dgm:pt modelId="{2B36947C-95A7-40CC-B9E1-A7C32E3279A9}" type="parTrans" cxnId="{1F001E0A-0466-4D9B-A36B-1A2D88D49216}">
      <dgm:prSet/>
      <dgm:spPr/>
      <dgm:t>
        <a:bodyPr/>
        <a:lstStyle/>
        <a:p>
          <a:endParaRPr lang="en-US"/>
        </a:p>
      </dgm:t>
    </dgm:pt>
    <dgm:pt modelId="{4972B055-7D57-499A-B38B-2C5DFB45E347}" type="sibTrans" cxnId="{1F001E0A-0466-4D9B-A36B-1A2D88D49216}">
      <dgm:prSet/>
      <dgm:spPr/>
      <dgm:t>
        <a:bodyPr/>
        <a:lstStyle/>
        <a:p>
          <a:endParaRPr lang="en-US"/>
        </a:p>
      </dgm:t>
    </dgm:pt>
    <dgm:pt modelId="{771D8380-3386-4A3F-9BD8-2132C8C066EC}">
      <dgm:prSet/>
      <dgm:spPr/>
      <dgm:t>
        <a:bodyPr/>
        <a:lstStyle/>
        <a:p>
          <a:pPr>
            <a:buNone/>
          </a:pPr>
          <a:r>
            <a:rPr lang="es-ES_tradnl" dirty="0"/>
            <a:t>Eventos críticos que pudieron anticiparse con el seguimiento adecuado</a:t>
          </a:r>
          <a:endParaRPr lang="en-US" dirty="0"/>
        </a:p>
      </dgm:t>
    </dgm:pt>
    <dgm:pt modelId="{9D9649FF-FC59-4716-825C-C145EB4B070A}" type="parTrans" cxnId="{25BEC978-B228-48F9-82B8-BF24BDFD7C92}">
      <dgm:prSet/>
      <dgm:spPr/>
      <dgm:t>
        <a:bodyPr/>
        <a:lstStyle/>
        <a:p>
          <a:endParaRPr lang="en-US"/>
        </a:p>
      </dgm:t>
    </dgm:pt>
    <dgm:pt modelId="{1234B455-7A17-46D9-8770-648E5EEBD30B}" type="sibTrans" cxnId="{25BEC978-B228-48F9-82B8-BF24BDFD7C92}">
      <dgm:prSet/>
      <dgm:spPr/>
      <dgm:t>
        <a:bodyPr/>
        <a:lstStyle/>
        <a:p>
          <a:endParaRPr lang="en-US"/>
        </a:p>
      </dgm:t>
    </dgm:pt>
    <dgm:pt modelId="{B41B6285-90AE-433A-AF60-7C9C2F815FD0}">
      <dgm:prSet/>
      <dgm:spPr/>
      <dgm:t>
        <a:bodyPr/>
        <a:lstStyle/>
        <a:p>
          <a:r>
            <a:rPr lang="es-ES_tradnl" b="1"/>
            <a:t>Pérdida progresiva de autonomía</a:t>
          </a:r>
          <a:endParaRPr lang="en-US"/>
        </a:p>
      </dgm:t>
    </dgm:pt>
    <dgm:pt modelId="{067AD46C-2BCB-456A-846D-C5B530B9696A}" type="parTrans" cxnId="{E29BB7AD-5537-42ED-B59A-2C52CB479491}">
      <dgm:prSet/>
      <dgm:spPr/>
      <dgm:t>
        <a:bodyPr/>
        <a:lstStyle/>
        <a:p>
          <a:endParaRPr lang="en-US"/>
        </a:p>
      </dgm:t>
    </dgm:pt>
    <dgm:pt modelId="{98B043B2-919F-40A8-B3DA-5A43E7558565}" type="sibTrans" cxnId="{E29BB7AD-5537-42ED-B59A-2C52CB479491}">
      <dgm:prSet/>
      <dgm:spPr/>
      <dgm:t>
        <a:bodyPr/>
        <a:lstStyle/>
        <a:p>
          <a:endParaRPr lang="en-US"/>
        </a:p>
      </dgm:t>
    </dgm:pt>
    <dgm:pt modelId="{ECF9B246-AE50-4EE4-AB87-FA4E73F2F2D9}">
      <dgm:prSet/>
      <dgm:spPr/>
      <dgm:t>
        <a:bodyPr/>
        <a:lstStyle/>
        <a:p>
          <a:pPr>
            <a:buNone/>
          </a:pPr>
          <a:r>
            <a:rPr lang="es-ES_tradnl" dirty="0"/>
            <a:t>La independencia se desvanece por el miedo.</a:t>
          </a:r>
          <a:endParaRPr lang="en-US" dirty="0"/>
        </a:p>
      </dgm:t>
    </dgm:pt>
    <dgm:pt modelId="{D81854CE-DF43-4232-9FC6-BD61BD3FC6EB}" type="parTrans" cxnId="{E3A0A08F-6F95-4614-9D15-B2B527716FCE}">
      <dgm:prSet/>
      <dgm:spPr/>
      <dgm:t>
        <a:bodyPr/>
        <a:lstStyle/>
        <a:p>
          <a:endParaRPr lang="en-US"/>
        </a:p>
      </dgm:t>
    </dgm:pt>
    <dgm:pt modelId="{9718411E-7C3F-4E28-B090-C6121A90C426}" type="sibTrans" cxnId="{E3A0A08F-6F95-4614-9D15-B2B527716FCE}">
      <dgm:prSet/>
      <dgm:spPr/>
      <dgm:t>
        <a:bodyPr/>
        <a:lstStyle/>
        <a:p>
          <a:endParaRPr lang="en-US"/>
        </a:p>
      </dgm:t>
    </dgm:pt>
    <dgm:pt modelId="{9D655C20-7834-44FA-A483-C0DB3EE00FEE}">
      <dgm:prSet/>
      <dgm:spPr/>
      <dgm:t>
        <a:bodyPr/>
        <a:lstStyle/>
        <a:p>
          <a:r>
            <a:rPr lang="es-ES_tradnl" b="1"/>
            <a:t>Desgaste emocional familiar</a:t>
          </a:r>
          <a:endParaRPr lang="en-US"/>
        </a:p>
      </dgm:t>
    </dgm:pt>
    <dgm:pt modelId="{608F650A-161B-44D3-8128-420217F81B6A}" type="parTrans" cxnId="{A7CE2F91-B32E-4F81-B1F7-C26CC9CE209F}">
      <dgm:prSet/>
      <dgm:spPr/>
      <dgm:t>
        <a:bodyPr/>
        <a:lstStyle/>
        <a:p>
          <a:endParaRPr lang="en-US"/>
        </a:p>
      </dgm:t>
    </dgm:pt>
    <dgm:pt modelId="{8BD91B08-040B-49A8-BD6D-710B25BF2AB7}" type="sibTrans" cxnId="{A7CE2F91-B32E-4F81-B1F7-C26CC9CE209F}">
      <dgm:prSet/>
      <dgm:spPr/>
      <dgm:t>
        <a:bodyPr/>
        <a:lstStyle/>
        <a:p>
          <a:endParaRPr lang="en-US"/>
        </a:p>
      </dgm:t>
    </dgm:pt>
    <dgm:pt modelId="{EDEAE013-9A83-4C52-8C5A-E3531ABDBDC6}">
      <dgm:prSet/>
      <dgm:spPr/>
      <dgm:t>
        <a:bodyPr/>
        <a:lstStyle/>
        <a:p>
          <a:pPr>
            <a:buNone/>
          </a:pPr>
          <a:r>
            <a:rPr lang="es-ES_tradnl" dirty="0"/>
            <a:t>La incertidumbre afecta a toda la red de apoyo</a:t>
          </a:r>
          <a:endParaRPr lang="en-US" dirty="0"/>
        </a:p>
      </dgm:t>
    </dgm:pt>
    <dgm:pt modelId="{290CD492-033B-4E16-A6A5-78964515116C}" type="parTrans" cxnId="{0FA46AE8-9AED-4983-8CB0-51B128B47EEE}">
      <dgm:prSet/>
      <dgm:spPr/>
      <dgm:t>
        <a:bodyPr/>
        <a:lstStyle/>
        <a:p>
          <a:endParaRPr lang="en-US"/>
        </a:p>
      </dgm:t>
    </dgm:pt>
    <dgm:pt modelId="{4B295440-B013-4134-A133-F05502B78D35}" type="sibTrans" cxnId="{0FA46AE8-9AED-4983-8CB0-51B128B47EEE}">
      <dgm:prSet/>
      <dgm:spPr/>
      <dgm:t>
        <a:bodyPr/>
        <a:lstStyle/>
        <a:p>
          <a:endParaRPr lang="en-US"/>
        </a:p>
      </dgm:t>
    </dgm:pt>
    <dgm:pt modelId="{85FF738E-A947-3B48-9131-F07C7A3028C4}" type="pres">
      <dgm:prSet presAssocID="{2D573187-5F77-45CA-987C-01DDB9DD886A}" presName="Name0" presStyleCnt="0">
        <dgm:presLayoutVars>
          <dgm:dir/>
          <dgm:animLvl val="lvl"/>
          <dgm:resizeHandles val="exact"/>
        </dgm:presLayoutVars>
      </dgm:prSet>
      <dgm:spPr/>
    </dgm:pt>
    <dgm:pt modelId="{2C6FCA91-9DE8-494C-A54B-AD399885E50E}" type="pres">
      <dgm:prSet presAssocID="{A7A5B56E-1A26-4E6A-B148-2AAC80264B7A}" presName="linNode" presStyleCnt="0"/>
      <dgm:spPr/>
    </dgm:pt>
    <dgm:pt modelId="{1911509A-6F0F-5643-90D5-C90FC9ED1C66}" type="pres">
      <dgm:prSet presAssocID="{A7A5B56E-1A26-4E6A-B148-2AAC80264B7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51A663F-D638-9246-BB93-24025599FB18}" type="pres">
      <dgm:prSet presAssocID="{A7A5B56E-1A26-4E6A-B148-2AAC80264B7A}" presName="descendantText" presStyleLbl="alignAccFollowNode1" presStyleIdx="0" presStyleCnt="3">
        <dgm:presLayoutVars>
          <dgm:bulletEnabled val="1"/>
        </dgm:presLayoutVars>
      </dgm:prSet>
      <dgm:spPr/>
    </dgm:pt>
    <dgm:pt modelId="{2F3B7F02-C646-3747-A4D3-B2065BE31D51}" type="pres">
      <dgm:prSet presAssocID="{4972B055-7D57-499A-B38B-2C5DFB45E347}" presName="sp" presStyleCnt="0"/>
      <dgm:spPr/>
    </dgm:pt>
    <dgm:pt modelId="{2A35D6ED-21C4-FA4F-A058-1086872CB27A}" type="pres">
      <dgm:prSet presAssocID="{B41B6285-90AE-433A-AF60-7C9C2F815FD0}" presName="linNode" presStyleCnt="0"/>
      <dgm:spPr/>
    </dgm:pt>
    <dgm:pt modelId="{E091C94F-6AEE-FE4E-B184-0D277148CFBD}" type="pres">
      <dgm:prSet presAssocID="{B41B6285-90AE-433A-AF60-7C9C2F815FD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164D16EA-2329-4B4A-8B00-706C0D770C40}" type="pres">
      <dgm:prSet presAssocID="{B41B6285-90AE-433A-AF60-7C9C2F815FD0}" presName="descendantText" presStyleLbl="alignAccFollowNode1" presStyleIdx="1" presStyleCnt="3">
        <dgm:presLayoutVars>
          <dgm:bulletEnabled val="1"/>
        </dgm:presLayoutVars>
      </dgm:prSet>
      <dgm:spPr/>
    </dgm:pt>
    <dgm:pt modelId="{36621405-A397-1B4B-8B59-827973B41B22}" type="pres">
      <dgm:prSet presAssocID="{98B043B2-919F-40A8-B3DA-5A43E7558565}" presName="sp" presStyleCnt="0"/>
      <dgm:spPr/>
    </dgm:pt>
    <dgm:pt modelId="{61FDA167-37B2-A744-A112-170A23793648}" type="pres">
      <dgm:prSet presAssocID="{9D655C20-7834-44FA-A483-C0DB3EE00FEE}" presName="linNode" presStyleCnt="0"/>
      <dgm:spPr/>
    </dgm:pt>
    <dgm:pt modelId="{FB7DF38B-BB21-E244-908E-E4AB03F8BC0E}" type="pres">
      <dgm:prSet presAssocID="{9D655C20-7834-44FA-A483-C0DB3EE00FE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63A8B45-4537-DD45-BFAA-579B14962EAE}" type="pres">
      <dgm:prSet presAssocID="{9D655C20-7834-44FA-A483-C0DB3EE00FE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F001E0A-0466-4D9B-A36B-1A2D88D49216}" srcId="{2D573187-5F77-45CA-987C-01DDB9DD886A}" destId="{A7A5B56E-1A26-4E6A-B148-2AAC80264B7A}" srcOrd="0" destOrd="0" parTransId="{2B36947C-95A7-40CC-B9E1-A7C32E3279A9}" sibTransId="{4972B055-7D57-499A-B38B-2C5DFB45E347}"/>
    <dgm:cxn modelId="{232E051E-B024-0049-8ECF-19B94BD07B6B}" type="presOf" srcId="{EDEAE013-9A83-4C52-8C5A-E3531ABDBDC6}" destId="{563A8B45-4537-DD45-BFAA-579B14962EAE}" srcOrd="0" destOrd="0" presId="urn:microsoft.com/office/officeart/2005/8/layout/vList5"/>
    <dgm:cxn modelId="{3FA8563C-1DDF-1E44-AB86-CEC0849E574E}" type="presOf" srcId="{B41B6285-90AE-433A-AF60-7C9C2F815FD0}" destId="{E091C94F-6AEE-FE4E-B184-0D277148CFBD}" srcOrd="0" destOrd="0" presId="urn:microsoft.com/office/officeart/2005/8/layout/vList5"/>
    <dgm:cxn modelId="{B548C043-9FD7-FA4F-82AB-996AEB594029}" type="presOf" srcId="{2D573187-5F77-45CA-987C-01DDB9DD886A}" destId="{85FF738E-A947-3B48-9131-F07C7A3028C4}" srcOrd="0" destOrd="0" presId="urn:microsoft.com/office/officeart/2005/8/layout/vList5"/>
    <dgm:cxn modelId="{25BEC978-B228-48F9-82B8-BF24BDFD7C92}" srcId="{A7A5B56E-1A26-4E6A-B148-2AAC80264B7A}" destId="{771D8380-3386-4A3F-9BD8-2132C8C066EC}" srcOrd="0" destOrd="0" parTransId="{9D9649FF-FC59-4716-825C-C145EB4B070A}" sibTransId="{1234B455-7A17-46D9-8770-648E5EEBD30B}"/>
    <dgm:cxn modelId="{BD49DD7B-7BA1-804D-B052-CBB3C95DB58D}" type="presOf" srcId="{9D655C20-7834-44FA-A483-C0DB3EE00FEE}" destId="{FB7DF38B-BB21-E244-908E-E4AB03F8BC0E}" srcOrd="0" destOrd="0" presId="urn:microsoft.com/office/officeart/2005/8/layout/vList5"/>
    <dgm:cxn modelId="{E3A0A08F-6F95-4614-9D15-B2B527716FCE}" srcId="{B41B6285-90AE-433A-AF60-7C9C2F815FD0}" destId="{ECF9B246-AE50-4EE4-AB87-FA4E73F2F2D9}" srcOrd="0" destOrd="0" parTransId="{D81854CE-DF43-4232-9FC6-BD61BD3FC6EB}" sibTransId="{9718411E-7C3F-4E28-B090-C6121A90C426}"/>
    <dgm:cxn modelId="{A7CE2F91-B32E-4F81-B1F7-C26CC9CE209F}" srcId="{2D573187-5F77-45CA-987C-01DDB9DD886A}" destId="{9D655C20-7834-44FA-A483-C0DB3EE00FEE}" srcOrd="2" destOrd="0" parTransId="{608F650A-161B-44D3-8128-420217F81B6A}" sibTransId="{8BD91B08-040B-49A8-BD6D-710B25BF2AB7}"/>
    <dgm:cxn modelId="{E29BB7AD-5537-42ED-B59A-2C52CB479491}" srcId="{2D573187-5F77-45CA-987C-01DDB9DD886A}" destId="{B41B6285-90AE-433A-AF60-7C9C2F815FD0}" srcOrd="1" destOrd="0" parTransId="{067AD46C-2BCB-456A-846D-C5B530B9696A}" sibTransId="{98B043B2-919F-40A8-B3DA-5A43E7558565}"/>
    <dgm:cxn modelId="{B69B46C3-1D6A-B34E-A608-CDAD0D0AEA43}" type="presOf" srcId="{ECF9B246-AE50-4EE4-AB87-FA4E73F2F2D9}" destId="{164D16EA-2329-4B4A-8B00-706C0D770C40}" srcOrd="0" destOrd="0" presId="urn:microsoft.com/office/officeart/2005/8/layout/vList5"/>
    <dgm:cxn modelId="{D700D1CA-C00C-794A-85F9-7D301148F730}" type="presOf" srcId="{A7A5B56E-1A26-4E6A-B148-2AAC80264B7A}" destId="{1911509A-6F0F-5643-90D5-C90FC9ED1C66}" srcOrd="0" destOrd="0" presId="urn:microsoft.com/office/officeart/2005/8/layout/vList5"/>
    <dgm:cxn modelId="{0FA46AE8-9AED-4983-8CB0-51B128B47EEE}" srcId="{9D655C20-7834-44FA-A483-C0DB3EE00FEE}" destId="{EDEAE013-9A83-4C52-8C5A-E3531ABDBDC6}" srcOrd="0" destOrd="0" parTransId="{290CD492-033B-4E16-A6A5-78964515116C}" sibTransId="{4B295440-B013-4134-A133-F05502B78D35}"/>
    <dgm:cxn modelId="{C26E93FB-0E64-9641-BD11-E4825CF34869}" type="presOf" srcId="{771D8380-3386-4A3F-9BD8-2132C8C066EC}" destId="{A51A663F-D638-9246-BB93-24025599FB18}" srcOrd="0" destOrd="0" presId="urn:microsoft.com/office/officeart/2005/8/layout/vList5"/>
    <dgm:cxn modelId="{54B743E6-37D1-5B41-ACE8-E1B6AF85F60C}" type="presParOf" srcId="{85FF738E-A947-3B48-9131-F07C7A3028C4}" destId="{2C6FCA91-9DE8-494C-A54B-AD399885E50E}" srcOrd="0" destOrd="0" presId="urn:microsoft.com/office/officeart/2005/8/layout/vList5"/>
    <dgm:cxn modelId="{A5857645-A207-9845-A020-9A527FF2B5A7}" type="presParOf" srcId="{2C6FCA91-9DE8-494C-A54B-AD399885E50E}" destId="{1911509A-6F0F-5643-90D5-C90FC9ED1C66}" srcOrd="0" destOrd="0" presId="urn:microsoft.com/office/officeart/2005/8/layout/vList5"/>
    <dgm:cxn modelId="{C3E3F3F0-5C8C-4D4F-AE85-31AB17BABFE1}" type="presParOf" srcId="{2C6FCA91-9DE8-494C-A54B-AD399885E50E}" destId="{A51A663F-D638-9246-BB93-24025599FB18}" srcOrd="1" destOrd="0" presId="urn:microsoft.com/office/officeart/2005/8/layout/vList5"/>
    <dgm:cxn modelId="{EA9AE6D1-9582-284B-9D16-188EF5A263C5}" type="presParOf" srcId="{85FF738E-A947-3B48-9131-F07C7A3028C4}" destId="{2F3B7F02-C646-3747-A4D3-B2065BE31D51}" srcOrd="1" destOrd="0" presId="urn:microsoft.com/office/officeart/2005/8/layout/vList5"/>
    <dgm:cxn modelId="{12B51D94-67EE-8B46-8483-318D0D69FF79}" type="presParOf" srcId="{85FF738E-A947-3B48-9131-F07C7A3028C4}" destId="{2A35D6ED-21C4-FA4F-A058-1086872CB27A}" srcOrd="2" destOrd="0" presId="urn:microsoft.com/office/officeart/2005/8/layout/vList5"/>
    <dgm:cxn modelId="{796C180E-C213-754F-878B-9FE07A28B806}" type="presParOf" srcId="{2A35D6ED-21C4-FA4F-A058-1086872CB27A}" destId="{E091C94F-6AEE-FE4E-B184-0D277148CFBD}" srcOrd="0" destOrd="0" presId="urn:microsoft.com/office/officeart/2005/8/layout/vList5"/>
    <dgm:cxn modelId="{5A149E43-FE65-1341-803E-03EA0381F973}" type="presParOf" srcId="{2A35D6ED-21C4-FA4F-A058-1086872CB27A}" destId="{164D16EA-2329-4B4A-8B00-706C0D770C40}" srcOrd="1" destOrd="0" presId="urn:microsoft.com/office/officeart/2005/8/layout/vList5"/>
    <dgm:cxn modelId="{7AF3ACDA-1107-EC46-87F7-30302EEFC5D4}" type="presParOf" srcId="{85FF738E-A947-3B48-9131-F07C7A3028C4}" destId="{36621405-A397-1B4B-8B59-827973B41B22}" srcOrd="3" destOrd="0" presId="urn:microsoft.com/office/officeart/2005/8/layout/vList5"/>
    <dgm:cxn modelId="{D254D785-80CE-DF4E-A1F0-A661B3980896}" type="presParOf" srcId="{85FF738E-A947-3B48-9131-F07C7A3028C4}" destId="{61FDA167-37B2-A744-A112-170A23793648}" srcOrd="4" destOrd="0" presId="urn:microsoft.com/office/officeart/2005/8/layout/vList5"/>
    <dgm:cxn modelId="{38F45B03-D542-D54A-B03E-24DA2C749AE4}" type="presParOf" srcId="{61FDA167-37B2-A744-A112-170A23793648}" destId="{FB7DF38B-BB21-E244-908E-E4AB03F8BC0E}" srcOrd="0" destOrd="0" presId="urn:microsoft.com/office/officeart/2005/8/layout/vList5"/>
    <dgm:cxn modelId="{5EF12B3A-1188-4D43-BE08-993EF8911FAB}" type="presParOf" srcId="{61FDA167-37B2-A744-A112-170A23793648}" destId="{563A8B45-4537-DD45-BFAA-579B14962EA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723655-6EA0-4287-8775-296BC0856B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7A1C76-F2BD-4ED6-ACC2-AB6CC2F4AF52}">
      <dgm:prSet/>
      <dgm:spPr/>
      <dgm:t>
        <a:bodyPr/>
        <a:lstStyle/>
        <a:p>
          <a:r>
            <a:rPr lang="es-ES_tradnl"/>
            <a:t>Monitoreo Inteligente</a:t>
          </a:r>
          <a:endParaRPr lang="en-US"/>
        </a:p>
      </dgm:t>
    </dgm:pt>
    <dgm:pt modelId="{A3D6640C-BF96-4C4D-8619-770D5637D01F}" type="parTrans" cxnId="{E38C5A5F-E572-48F3-8A87-8D0FC68758E2}">
      <dgm:prSet/>
      <dgm:spPr/>
      <dgm:t>
        <a:bodyPr/>
        <a:lstStyle/>
        <a:p>
          <a:endParaRPr lang="en-US"/>
        </a:p>
      </dgm:t>
    </dgm:pt>
    <dgm:pt modelId="{2E6EBE3F-97CD-44AB-8E92-02398229C13F}" type="sibTrans" cxnId="{E38C5A5F-E572-48F3-8A87-8D0FC68758E2}">
      <dgm:prSet/>
      <dgm:spPr/>
      <dgm:t>
        <a:bodyPr/>
        <a:lstStyle/>
        <a:p>
          <a:endParaRPr lang="en-US"/>
        </a:p>
      </dgm:t>
    </dgm:pt>
    <dgm:pt modelId="{619626A7-477F-4A89-91DD-5E8760327C15}">
      <dgm:prSet/>
      <dgm:spPr/>
      <dgm:t>
        <a:bodyPr/>
        <a:lstStyle/>
        <a:p>
          <a:pPr algn="just"/>
          <a:r>
            <a:rPr lang="es-ES_tradnl" dirty="0"/>
            <a:t>Ejercicios breves y preguntas guiadas que registran memoria, praxias, Atención y reacción, todo de forma natural y respetuosa.</a:t>
          </a:r>
          <a:endParaRPr lang="en-US" dirty="0"/>
        </a:p>
      </dgm:t>
    </dgm:pt>
    <dgm:pt modelId="{4FB11E90-F81F-4DAE-AC7D-09F1EEB46C2B}" type="parTrans" cxnId="{8744600D-2DA0-4F0B-A45A-9E122D1A133E}">
      <dgm:prSet/>
      <dgm:spPr/>
      <dgm:t>
        <a:bodyPr/>
        <a:lstStyle/>
        <a:p>
          <a:endParaRPr lang="en-US"/>
        </a:p>
      </dgm:t>
    </dgm:pt>
    <dgm:pt modelId="{FB140497-D828-4680-8AAA-C99387BB7322}" type="sibTrans" cxnId="{8744600D-2DA0-4F0B-A45A-9E122D1A133E}">
      <dgm:prSet/>
      <dgm:spPr/>
      <dgm:t>
        <a:bodyPr/>
        <a:lstStyle/>
        <a:p>
          <a:endParaRPr lang="en-US"/>
        </a:p>
      </dgm:t>
    </dgm:pt>
    <dgm:pt modelId="{1FDE8A80-CE70-4CF8-B1AA-FC00BBAC9D02}">
      <dgm:prSet/>
      <dgm:spPr/>
      <dgm:t>
        <a:bodyPr/>
        <a:lstStyle/>
        <a:p>
          <a:r>
            <a:rPr lang="es-ES_tradnl"/>
            <a:t>Alertas para cuidadores</a:t>
          </a:r>
          <a:endParaRPr lang="en-US"/>
        </a:p>
      </dgm:t>
    </dgm:pt>
    <dgm:pt modelId="{9DA1FB27-D3ED-41A9-92F6-1CA10A9731D6}" type="parTrans" cxnId="{BDD8F17B-FC6F-4D00-B923-1EC6AD4625EA}">
      <dgm:prSet/>
      <dgm:spPr/>
      <dgm:t>
        <a:bodyPr/>
        <a:lstStyle/>
        <a:p>
          <a:endParaRPr lang="en-US"/>
        </a:p>
      </dgm:t>
    </dgm:pt>
    <dgm:pt modelId="{FE22D8CE-AAA0-4679-AA88-A8229F11D90A}" type="sibTrans" cxnId="{BDD8F17B-FC6F-4D00-B923-1EC6AD4625EA}">
      <dgm:prSet/>
      <dgm:spPr/>
      <dgm:t>
        <a:bodyPr/>
        <a:lstStyle/>
        <a:p>
          <a:endParaRPr lang="en-US"/>
        </a:p>
      </dgm:t>
    </dgm:pt>
    <dgm:pt modelId="{BD9C9389-2043-463D-BCE5-96C8460442F1}">
      <dgm:prSet/>
      <dgm:spPr/>
      <dgm:t>
        <a:bodyPr/>
        <a:lstStyle/>
        <a:p>
          <a:pPr algn="just"/>
          <a:r>
            <a:rPr lang="es-ES_tradnl" dirty="0"/>
            <a:t>Notificaciones claras cuando se detectan cambios significativos, permitiendo actuar a tiempo y con información precisa.</a:t>
          </a:r>
          <a:endParaRPr lang="en-US" dirty="0"/>
        </a:p>
      </dgm:t>
    </dgm:pt>
    <dgm:pt modelId="{A8A135A0-B844-4240-B1D2-DB8FB606AED0}" type="parTrans" cxnId="{C8A29FD5-6D0D-4D10-8F56-DC109F3EFC67}">
      <dgm:prSet/>
      <dgm:spPr/>
      <dgm:t>
        <a:bodyPr/>
        <a:lstStyle/>
        <a:p>
          <a:endParaRPr lang="en-US"/>
        </a:p>
      </dgm:t>
    </dgm:pt>
    <dgm:pt modelId="{E002B2EC-840E-41EE-A787-B6E92AEC32BC}" type="sibTrans" cxnId="{C8A29FD5-6D0D-4D10-8F56-DC109F3EFC67}">
      <dgm:prSet/>
      <dgm:spPr/>
      <dgm:t>
        <a:bodyPr/>
        <a:lstStyle/>
        <a:p>
          <a:endParaRPr lang="en-US"/>
        </a:p>
      </dgm:t>
    </dgm:pt>
    <dgm:pt modelId="{0C148C43-671B-44AC-9AF3-8478C0F9B92B}">
      <dgm:prSet/>
      <dgm:spPr/>
      <dgm:t>
        <a:bodyPr/>
        <a:lstStyle/>
        <a:p>
          <a:r>
            <a:rPr lang="es-ES_tradnl" dirty="0"/>
            <a:t>Acompañamiento Humano</a:t>
          </a:r>
          <a:endParaRPr lang="en-US" dirty="0"/>
        </a:p>
      </dgm:t>
    </dgm:pt>
    <dgm:pt modelId="{76E7B766-25EC-4CDB-8EBE-0FC8C9837470}" type="parTrans" cxnId="{EB61D455-ECBC-403B-95C1-E49886B1A105}">
      <dgm:prSet/>
      <dgm:spPr/>
      <dgm:t>
        <a:bodyPr/>
        <a:lstStyle/>
        <a:p>
          <a:endParaRPr lang="en-US"/>
        </a:p>
      </dgm:t>
    </dgm:pt>
    <dgm:pt modelId="{25691563-005E-451F-8B45-57CF68F01767}" type="sibTrans" cxnId="{EB61D455-ECBC-403B-95C1-E49886B1A105}">
      <dgm:prSet/>
      <dgm:spPr/>
      <dgm:t>
        <a:bodyPr/>
        <a:lstStyle/>
        <a:p>
          <a:endParaRPr lang="en-US"/>
        </a:p>
      </dgm:t>
    </dgm:pt>
    <dgm:pt modelId="{4B672099-4B26-41E5-8F5D-33BEA1346462}">
      <dgm:prSet/>
      <dgm:spPr/>
      <dgm:t>
        <a:bodyPr/>
        <a:lstStyle/>
        <a:p>
          <a:pPr algn="just"/>
          <a:r>
            <a:rPr lang="es-ES_tradnl" dirty="0"/>
            <a:t>Recordatorios, ejercicios cognitivos, rutinas de respiración y una navegación accesible diseñada para cualquier persona mayor</a:t>
          </a:r>
          <a:endParaRPr lang="en-US" dirty="0"/>
        </a:p>
      </dgm:t>
    </dgm:pt>
    <dgm:pt modelId="{205AC6C5-1B24-472C-886D-35657018FAA1}" type="parTrans" cxnId="{F58E4EA2-D9FE-49D6-B0FB-141C1443E97E}">
      <dgm:prSet/>
      <dgm:spPr/>
      <dgm:t>
        <a:bodyPr/>
        <a:lstStyle/>
        <a:p>
          <a:endParaRPr lang="en-US"/>
        </a:p>
      </dgm:t>
    </dgm:pt>
    <dgm:pt modelId="{D9BE196B-BC60-4560-84D2-545ADC6D6B59}" type="sibTrans" cxnId="{F58E4EA2-D9FE-49D6-B0FB-141C1443E97E}">
      <dgm:prSet/>
      <dgm:spPr/>
      <dgm:t>
        <a:bodyPr/>
        <a:lstStyle/>
        <a:p>
          <a:endParaRPr lang="en-US"/>
        </a:p>
      </dgm:t>
    </dgm:pt>
    <dgm:pt modelId="{405F4232-AE86-4E86-B6E1-84A1CC0DF428}" type="pres">
      <dgm:prSet presAssocID="{8D723655-6EA0-4287-8775-296BC0856BD7}" presName="root" presStyleCnt="0">
        <dgm:presLayoutVars>
          <dgm:dir/>
          <dgm:resizeHandles val="exact"/>
        </dgm:presLayoutVars>
      </dgm:prSet>
      <dgm:spPr/>
    </dgm:pt>
    <dgm:pt modelId="{9695DDB8-EB86-4B03-984F-E0DBA4AF8080}" type="pres">
      <dgm:prSet presAssocID="{277A1C76-F2BD-4ED6-ACC2-AB6CC2F4AF52}" presName="compNode" presStyleCnt="0"/>
      <dgm:spPr/>
    </dgm:pt>
    <dgm:pt modelId="{E5134DAC-902B-4651-9E73-ADC1CB9CDFE1}" type="pres">
      <dgm:prSet presAssocID="{277A1C76-F2BD-4ED6-ACC2-AB6CC2F4AF52}" presName="bgRect" presStyleLbl="bgShp" presStyleIdx="0" presStyleCnt="3"/>
      <dgm:spPr/>
    </dgm:pt>
    <dgm:pt modelId="{F1ACE5A2-0365-47D4-86CE-B5ECBF65463D}" type="pres">
      <dgm:prSet presAssocID="{277A1C76-F2BD-4ED6-ACC2-AB6CC2F4AF5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2288B90-00B6-4F12-AFE9-BCD90747AC30}" type="pres">
      <dgm:prSet presAssocID="{277A1C76-F2BD-4ED6-ACC2-AB6CC2F4AF52}" presName="spaceRect" presStyleCnt="0"/>
      <dgm:spPr/>
    </dgm:pt>
    <dgm:pt modelId="{16232F4D-AEE8-4B9F-AB5A-5B0A79F44113}" type="pres">
      <dgm:prSet presAssocID="{277A1C76-F2BD-4ED6-ACC2-AB6CC2F4AF52}" presName="parTx" presStyleLbl="revTx" presStyleIdx="0" presStyleCnt="6">
        <dgm:presLayoutVars>
          <dgm:chMax val="0"/>
          <dgm:chPref val="0"/>
        </dgm:presLayoutVars>
      </dgm:prSet>
      <dgm:spPr/>
    </dgm:pt>
    <dgm:pt modelId="{3D0910A5-9F93-4F4E-BA0E-87B72CB23194}" type="pres">
      <dgm:prSet presAssocID="{277A1C76-F2BD-4ED6-ACC2-AB6CC2F4AF52}" presName="desTx" presStyleLbl="revTx" presStyleIdx="1" presStyleCnt="6">
        <dgm:presLayoutVars/>
      </dgm:prSet>
      <dgm:spPr/>
    </dgm:pt>
    <dgm:pt modelId="{33432436-92E3-47C3-9F4D-702778DEB8BE}" type="pres">
      <dgm:prSet presAssocID="{2E6EBE3F-97CD-44AB-8E92-02398229C13F}" presName="sibTrans" presStyleCnt="0"/>
      <dgm:spPr/>
    </dgm:pt>
    <dgm:pt modelId="{C7D559C5-F509-47D7-86B2-1C73366CF2F8}" type="pres">
      <dgm:prSet presAssocID="{1FDE8A80-CE70-4CF8-B1AA-FC00BBAC9D02}" presName="compNode" presStyleCnt="0"/>
      <dgm:spPr/>
    </dgm:pt>
    <dgm:pt modelId="{A3D641B7-41F1-4981-AFBC-48F543D1EEAA}" type="pres">
      <dgm:prSet presAssocID="{1FDE8A80-CE70-4CF8-B1AA-FC00BBAC9D02}" presName="bgRect" presStyleLbl="bgShp" presStyleIdx="1" presStyleCnt="3"/>
      <dgm:spPr/>
    </dgm:pt>
    <dgm:pt modelId="{AAC3FCFB-E97E-4BA9-A77C-2063F66C2EBF}" type="pres">
      <dgm:prSet presAssocID="{1FDE8A80-CE70-4CF8-B1AA-FC00BBAC9D0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AAF503FB-9C0D-4CE9-8BF5-490BBED85D19}" type="pres">
      <dgm:prSet presAssocID="{1FDE8A80-CE70-4CF8-B1AA-FC00BBAC9D02}" presName="spaceRect" presStyleCnt="0"/>
      <dgm:spPr/>
    </dgm:pt>
    <dgm:pt modelId="{C5E58B9E-1AED-43FA-9720-9C8832045483}" type="pres">
      <dgm:prSet presAssocID="{1FDE8A80-CE70-4CF8-B1AA-FC00BBAC9D02}" presName="parTx" presStyleLbl="revTx" presStyleIdx="2" presStyleCnt="6">
        <dgm:presLayoutVars>
          <dgm:chMax val="0"/>
          <dgm:chPref val="0"/>
        </dgm:presLayoutVars>
      </dgm:prSet>
      <dgm:spPr/>
    </dgm:pt>
    <dgm:pt modelId="{974E3E44-D767-4237-A88B-81C52EB1EC06}" type="pres">
      <dgm:prSet presAssocID="{1FDE8A80-CE70-4CF8-B1AA-FC00BBAC9D02}" presName="desTx" presStyleLbl="revTx" presStyleIdx="3" presStyleCnt="6">
        <dgm:presLayoutVars/>
      </dgm:prSet>
      <dgm:spPr/>
    </dgm:pt>
    <dgm:pt modelId="{A58E950C-CE32-44F8-B67F-1EF381446F74}" type="pres">
      <dgm:prSet presAssocID="{FE22D8CE-AAA0-4679-AA88-A8229F11D90A}" presName="sibTrans" presStyleCnt="0"/>
      <dgm:spPr/>
    </dgm:pt>
    <dgm:pt modelId="{0CAEFA9C-B2DC-45A5-8E14-A7AFFA5D4DFE}" type="pres">
      <dgm:prSet presAssocID="{0C148C43-671B-44AC-9AF3-8478C0F9B92B}" presName="compNode" presStyleCnt="0"/>
      <dgm:spPr/>
    </dgm:pt>
    <dgm:pt modelId="{28305D58-A250-4EDF-9288-902EFA901A74}" type="pres">
      <dgm:prSet presAssocID="{0C148C43-671B-44AC-9AF3-8478C0F9B92B}" presName="bgRect" presStyleLbl="bgShp" presStyleIdx="2" presStyleCnt="3"/>
      <dgm:spPr/>
    </dgm:pt>
    <dgm:pt modelId="{EB278DEB-FF6F-4AFB-B707-E8B8E25405B4}" type="pres">
      <dgm:prSet presAssocID="{0C148C43-671B-44AC-9AF3-8478C0F9B92B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men con relleno sólido"/>
        </a:ext>
      </dgm:extLst>
    </dgm:pt>
    <dgm:pt modelId="{B6BA7052-85E6-4236-AA6D-208936AE89A5}" type="pres">
      <dgm:prSet presAssocID="{0C148C43-671B-44AC-9AF3-8478C0F9B92B}" presName="spaceRect" presStyleCnt="0"/>
      <dgm:spPr/>
    </dgm:pt>
    <dgm:pt modelId="{464A459C-9E77-4F9C-B819-DA9B26A877C2}" type="pres">
      <dgm:prSet presAssocID="{0C148C43-671B-44AC-9AF3-8478C0F9B92B}" presName="parTx" presStyleLbl="revTx" presStyleIdx="4" presStyleCnt="6">
        <dgm:presLayoutVars>
          <dgm:chMax val="0"/>
          <dgm:chPref val="0"/>
        </dgm:presLayoutVars>
      </dgm:prSet>
      <dgm:spPr/>
    </dgm:pt>
    <dgm:pt modelId="{8A57FE9F-B85E-4D0D-9862-A9655E451F1F}" type="pres">
      <dgm:prSet presAssocID="{0C148C43-671B-44AC-9AF3-8478C0F9B92B}" presName="desTx" presStyleLbl="revTx" presStyleIdx="5" presStyleCnt="6">
        <dgm:presLayoutVars/>
      </dgm:prSet>
      <dgm:spPr/>
    </dgm:pt>
  </dgm:ptLst>
  <dgm:cxnLst>
    <dgm:cxn modelId="{AC87DA0B-0B0F-4E9A-B187-211ECBFC5FC3}" type="presOf" srcId="{277A1C76-F2BD-4ED6-ACC2-AB6CC2F4AF52}" destId="{16232F4D-AEE8-4B9F-AB5A-5B0A79F44113}" srcOrd="0" destOrd="0" presId="urn:microsoft.com/office/officeart/2018/2/layout/IconVerticalSolidList"/>
    <dgm:cxn modelId="{8744600D-2DA0-4F0B-A45A-9E122D1A133E}" srcId="{277A1C76-F2BD-4ED6-ACC2-AB6CC2F4AF52}" destId="{619626A7-477F-4A89-91DD-5E8760327C15}" srcOrd="0" destOrd="0" parTransId="{4FB11E90-F81F-4DAE-AC7D-09F1EEB46C2B}" sibTransId="{FB140497-D828-4680-8AAA-C99387BB7322}"/>
    <dgm:cxn modelId="{561BFF23-0A12-403B-88A0-27FCC0BBA48E}" type="presOf" srcId="{8D723655-6EA0-4287-8775-296BC0856BD7}" destId="{405F4232-AE86-4E86-B6E1-84A1CC0DF428}" srcOrd="0" destOrd="0" presId="urn:microsoft.com/office/officeart/2018/2/layout/IconVerticalSolidList"/>
    <dgm:cxn modelId="{15E08631-1BDB-4A90-B53F-A0F8B19C794A}" type="presOf" srcId="{0C148C43-671B-44AC-9AF3-8478C0F9B92B}" destId="{464A459C-9E77-4F9C-B819-DA9B26A877C2}" srcOrd="0" destOrd="0" presId="urn:microsoft.com/office/officeart/2018/2/layout/IconVerticalSolidList"/>
    <dgm:cxn modelId="{097BBB47-5A48-48A1-AEFA-592762602DD3}" type="presOf" srcId="{1FDE8A80-CE70-4CF8-B1AA-FC00BBAC9D02}" destId="{C5E58B9E-1AED-43FA-9720-9C8832045483}" srcOrd="0" destOrd="0" presId="urn:microsoft.com/office/officeart/2018/2/layout/IconVerticalSolidList"/>
    <dgm:cxn modelId="{EB61D455-ECBC-403B-95C1-E49886B1A105}" srcId="{8D723655-6EA0-4287-8775-296BC0856BD7}" destId="{0C148C43-671B-44AC-9AF3-8478C0F9B92B}" srcOrd="2" destOrd="0" parTransId="{76E7B766-25EC-4CDB-8EBE-0FC8C9837470}" sibTransId="{25691563-005E-451F-8B45-57CF68F01767}"/>
    <dgm:cxn modelId="{E38C5A5F-E572-48F3-8A87-8D0FC68758E2}" srcId="{8D723655-6EA0-4287-8775-296BC0856BD7}" destId="{277A1C76-F2BD-4ED6-ACC2-AB6CC2F4AF52}" srcOrd="0" destOrd="0" parTransId="{A3D6640C-BF96-4C4D-8619-770D5637D01F}" sibTransId="{2E6EBE3F-97CD-44AB-8E92-02398229C13F}"/>
    <dgm:cxn modelId="{BDD8F17B-FC6F-4D00-B923-1EC6AD4625EA}" srcId="{8D723655-6EA0-4287-8775-296BC0856BD7}" destId="{1FDE8A80-CE70-4CF8-B1AA-FC00BBAC9D02}" srcOrd="1" destOrd="0" parTransId="{9DA1FB27-D3ED-41A9-92F6-1CA10A9731D6}" sibTransId="{FE22D8CE-AAA0-4679-AA88-A8229F11D90A}"/>
    <dgm:cxn modelId="{0A61758A-5698-495E-B63F-386C4C862664}" type="presOf" srcId="{619626A7-477F-4A89-91DD-5E8760327C15}" destId="{3D0910A5-9F93-4F4E-BA0E-87B72CB23194}" srcOrd="0" destOrd="0" presId="urn:microsoft.com/office/officeart/2018/2/layout/IconVerticalSolidList"/>
    <dgm:cxn modelId="{F58E4EA2-D9FE-49D6-B0FB-141C1443E97E}" srcId="{0C148C43-671B-44AC-9AF3-8478C0F9B92B}" destId="{4B672099-4B26-41E5-8F5D-33BEA1346462}" srcOrd="0" destOrd="0" parTransId="{205AC6C5-1B24-472C-886D-35657018FAA1}" sibTransId="{D9BE196B-BC60-4560-84D2-545ADC6D6B59}"/>
    <dgm:cxn modelId="{71DD21B0-61B5-4E1E-9937-C3787A713C92}" type="presOf" srcId="{BD9C9389-2043-463D-BCE5-96C8460442F1}" destId="{974E3E44-D767-4237-A88B-81C52EB1EC06}" srcOrd="0" destOrd="0" presId="urn:microsoft.com/office/officeart/2018/2/layout/IconVerticalSolidList"/>
    <dgm:cxn modelId="{34D819B7-7FE6-4B66-A17B-A2E7EAFE702B}" type="presOf" srcId="{4B672099-4B26-41E5-8F5D-33BEA1346462}" destId="{8A57FE9F-B85E-4D0D-9862-A9655E451F1F}" srcOrd="0" destOrd="0" presId="urn:microsoft.com/office/officeart/2018/2/layout/IconVerticalSolidList"/>
    <dgm:cxn modelId="{C8A29FD5-6D0D-4D10-8F56-DC109F3EFC67}" srcId="{1FDE8A80-CE70-4CF8-B1AA-FC00BBAC9D02}" destId="{BD9C9389-2043-463D-BCE5-96C8460442F1}" srcOrd="0" destOrd="0" parTransId="{A8A135A0-B844-4240-B1D2-DB8FB606AED0}" sibTransId="{E002B2EC-840E-41EE-A787-B6E92AEC32BC}"/>
    <dgm:cxn modelId="{EAFA1F66-BD7D-4D05-BB1F-FBAE6E970570}" type="presParOf" srcId="{405F4232-AE86-4E86-B6E1-84A1CC0DF428}" destId="{9695DDB8-EB86-4B03-984F-E0DBA4AF8080}" srcOrd="0" destOrd="0" presId="urn:microsoft.com/office/officeart/2018/2/layout/IconVerticalSolidList"/>
    <dgm:cxn modelId="{EEE6F80A-EE69-437E-8D77-8398F2598E10}" type="presParOf" srcId="{9695DDB8-EB86-4B03-984F-E0DBA4AF8080}" destId="{E5134DAC-902B-4651-9E73-ADC1CB9CDFE1}" srcOrd="0" destOrd="0" presId="urn:microsoft.com/office/officeart/2018/2/layout/IconVerticalSolidList"/>
    <dgm:cxn modelId="{A28EF637-9F43-4B9E-95F8-94DD2D981AE7}" type="presParOf" srcId="{9695DDB8-EB86-4B03-984F-E0DBA4AF8080}" destId="{F1ACE5A2-0365-47D4-86CE-B5ECBF65463D}" srcOrd="1" destOrd="0" presId="urn:microsoft.com/office/officeart/2018/2/layout/IconVerticalSolidList"/>
    <dgm:cxn modelId="{6E29973C-A826-4E30-82A9-069C53D20950}" type="presParOf" srcId="{9695DDB8-EB86-4B03-984F-E0DBA4AF8080}" destId="{E2288B90-00B6-4F12-AFE9-BCD90747AC30}" srcOrd="2" destOrd="0" presId="urn:microsoft.com/office/officeart/2018/2/layout/IconVerticalSolidList"/>
    <dgm:cxn modelId="{C200BC93-0F4B-4EB7-AF40-1610476C73FC}" type="presParOf" srcId="{9695DDB8-EB86-4B03-984F-E0DBA4AF8080}" destId="{16232F4D-AEE8-4B9F-AB5A-5B0A79F44113}" srcOrd="3" destOrd="0" presId="urn:microsoft.com/office/officeart/2018/2/layout/IconVerticalSolidList"/>
    <dgm:cxn modelId="{8DF903C6-B2B2-426F-BEBE-DAF82D42A2FF}" type="presParOf" srcId="{9695DDB8-EB86-4B03-984F-E0DBA4AF8080}" destId="{3D0910A5-9F93-4F4E-BA0E-87B72CB23194}" srcOrd="4" destOrd="0" presId="urn:microsoft.com/office/officeart/2018/2/layout/IconVerticalSolidList"/>
    <dgm:cxn modelId="{F02D08E3-0AC4-4D15-B370-CFC7454962C5}" type="presParOf" srcId="{405F4232-AE86-4E86-B6E1-84A1CC0DF428}" destId="{33432436-92E3-47C3-9F4D-702778DEB8BE}" srcOrd="1" destOrd="0" presId="urn:microsoft.com/office/officeart/2018/2/layout/IconVerticalSolidList"/>
    <dgm:cxn modelId="{ABA10911-04AB-48BA-A941-BB251BADC385}" type="presParOf" srcId="{405F4232-AE86-4E86-B6E1-84A1CC0DF428}" destId="{C7D559C5-F509-47D7-86B2-1C73366CF2F8}" srcOrd="2" destOrd="0" presId="urn:microsoft.com/office/officeart/2018/2/layout/IconVerticalSolidList"/>
    <dgm:cxn modelId="{24174DAF-0F09-4D5A-AE08-F8072AD5D884}" type="presParOf" srcId="{C7D559C5-F509-47D7-86B2-1C73366CF2F8}" destId="{A3D641B7-41F1-4981-AFBC-48F543D1EEAA}" srcOrd="0" destOrd="0" presId="urn:microsoft.com/office/officeart/2018/2/layout/IconVerticalSolidList"/>
    <dgm:cxn modelId="{EC96745F-2EFF-4A1D-9C37-A74A9F4DA6C6}" type="presParOf" srcId="{C7D559C5-F509-47D7-86B2-1C73366CF2F8}" destId="{AAC3FCFB-E97E-4BA9-A77C-2063F66C2EBF}" srcOrd="1" destOrd="0" presId="urn:microsoft.com/office/officeart/2018/2/layout/IconVerticalSolidList"/>
    <dgm:cxn modelId="{1426EC99-229F-48BC-9C57-790A61F8F7B7}" type="presParOf" srcId="{C7D559C5-F509-47D7-86B2-1C73366CF2F8}" destId="{AAF503FB-9C0D-4CE9-8BF5-490BBED85D19}" srcOrd="2" destOrd="0" presId="urn:microsoft.com/office/officeart/2018/2/layout/IconVerticalSolidList"/>
    <dgm:cxn modelId="{EC9F2A49-0715-4012-8432-E4B380146F5F}" type="presParOf" srcId="{C7D559C5-F509-47D7-86B2-1C73366CF2F8}" destId="{C5E58B9E-1AED-43FA-9720-9C8832045483}" srcOrd="3" destOrd="0" presId="urn:microsoft.com/office/officeart/2018/2/layout/IconVerticalSolidList"/>
    <dgm:cxn modelId="{383ADA45-1DA3-4C42-A50B-445700A972A3}" type="presParOf" srcId="{C7D559C5-F509-47D7-86B2-1C73366CF2F8}" destId="{974E3E44-D767-4237-A88B-81C52EB1EC06}" srcOrd="4" destOrd="0" presId="urn:microsoft.com/office/officeart/2018/2/layout/IconVerticalSolidList"/>
    <dgm:cxn modelId="{12404A6A-1039-4B0B-B553-2372FA7C968A}" type="presParOf" srcId="{405F4232-AE86-4E86-B6E1-84A1CC0DF428}" destId="{A58E950C-CE32-44F8-B67F-1EF381446F74}" srcOrd="3" destOrd="0" presId="urn:microsoft.com/office/officeart/2018/2/layout/IconVerticalSolidList"/>
    <dgm:cxn modelId="{16AB57B3-C07E-4D97-8B20-D3B106576310}" type="presParOf" srcId="{405F4232-AE86-4E86-B6E1-84A1CC0DF428}" destId="{0CAEFA9C-B2DC-45A5-8E14-A7AFFA5D4DFE}" srcOrd="4" destOrd="0" presId="urn:microsoft.com/office/officeart/2018/2/layout/IconVerticalSolidList"/>
    <dgm:cxn modelId="{BE8AF16D-74F3-4B7C-93C3-D2A0477AD17F}" type="presParOf" srcId="{0CAEFA9C-B2DC-45A5-8E14-A7AFFA5D4DFE}" destId="{28305D58-A250-4EDF-9288-902EFA901A74}" srcOrd="0" destOrd="0" presId="urn:microsoft.com/office/officeart/2018/2/layout/IconVerticalSolidList"/>
    <dgm:cxn modelId="{17EA9A65-EC18-43ED-9750-9CE32FAE0580}" type="presParOf" srcId="{0CAEFA9C-B2DC-45A5-8E14-A7AFFA5D4DFE}" destId="{EB278DEB-FF6F-4AFB-B707-E8B8E25405B4}" srcOrd="1" destOrd="0" presId="urn:microsoft.com/office/officeart/2018/2/layout/IconVerticalSolidList"/>
    <dgm:cxn modelId="{BAB313FF-9B0A-4990-8A5D-4DE6A6F3C679}" type="presParOf" srcId="{0CAEFA9C-B2DC-45A5-8E14-A7AFFA5D4DFE}" destId="{B6BA7052-85E6-4236-AA6D-208936AE89A5}" srcOrd="2" destOrd="0" presId="urn:microsoft.com/office/officeart/2018/2/layout/IconVerticalSolidList"/>
    <dgm:cxn modelId="{FE09EA5B-E723-4443-8809-7240BD77DF9D}" type="presParOf" srcId="{0CAEFA9C-B2DC-45A5-8E14-A7AFFA5D4DFE}" destId="{464A459C-9E77-4F9C-B819-DA9B26A877C2}" srcOrd="3" destOrd="0" presId="urn:microsoft.com/office/officeart/2018/2/layout/IconVerticalSolidList"/>
    <dgm:cxn modelId="{FAE359BE-6B66-417C-BF83-417804B1DDAF}" type="presParOf" srcId="{0CAEFA9C-B2DC-45A5-8E14-A7AFFA5D4DFE}" destId="{8A57FE9F-B85E-4D0D-9862-A9655E451F1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8D3364-1720-4D87-935D-64B5BF0E90C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F951458-ABB0-4B8E-8E7D-9B97408BC2D2}">
      <dgm:prSet/>
      <dgm:spPr/>
      <dgm:t>
        <a:bodyPr/>
        <a:lstStyle/>
        <a:p>
          <a:pPr>
            <a:defRPr b="1"/>
          </a:pPr>
          <a:r>
            <a:rPr lang="es-CL"/>
            <a:t>Detección de patrones</a:t>
          </a:r>
          <a:endParaRPr lang="en-US"/>
        </a:p>
      </dgm:t>
    </dgm:pt>
    <dgm:pt modelId="{A2CC6B29-1469-4199-8C7A-04D3920B4F16}" type="parTrans" cxnId="{53582F85-E58B-4052-A21E-3B5A667E444D}">
      <dgm:prSet/>
      <dgm:spPr/>
      <dgm:t>
        <a:bodyPr/>
        <a:lstStyle/>
        <a:p>
          <a:endParaRPr lang="en-US"/>
        </a:p>
      </dgm:t>
    </dgm:pt>
    <dgm:pt modelId="{E2635679-E8C7-45B2-8D9C-A7BB799A5068}" type="sibTrans" cxnId="{53582F85-E58B-4052-A21E-3B5A667E444D}">
      <dgm:prSet/>
      <dgm:spPr/>
      <dgm:t>
        <a:bodyPr/>
        <a:lstStyle/>
        <a:p>
          <a:endParaRPr lang="en-US"/>
        </a:p>
      </dgm:t>
    </dgm:pt>
    <dgm:pt modelId="{D96E1091-D3FC-4E6D-9A01-4CFEFCA2D6B0}">
      <dgm:prSet/>
      <dgm:spPr/>
      <dgm:t>
        <a:bodyPr/>
        <a:lstStyle/>
        <a:p>
          <a:r>
            <a:rPr lang="en-US"/>
            <a:t>La app identifica desviaciones en las rutinas y respuestas habituales del adulto mayor</a:t>
          </a:r>
        </a:p>
      </dgm:t>
    </dgm:pt>
    <dgm:pt modelId="{BCC9BA0B-308D-452A-817E-18B920ACDE8C}" type="parTrans" cxnId="{82380023-3CE7-4518-BB16-0A8D5C1C7204}">
      <dgm:prSet/>
      <dgm:spPr/>
      <dgm:t>
        <a:bodyPr/>
        <a:lstStyle/>
        <a:p>
          <a:endParaRPr lang="en-US"/>
        </a:p>
      </dgm:t>
    </dgm:pt>
    <dgm:pt modelId="{85D9A842-1589-4CC2-8A59-B33BC896F9EC}" type="sibTrans" cxnId="{82380023-3CE7-4518-BB16-0A8D5C1C7204}">
      <dgm:prSet/>
      <dgm:spPr/>
      <dgm:t>
        <a:bodyPr/>
        <a:lstStyle/>
        <a:p>
          <a:endParaRPr lang="en-US"/>
        </a:p>
      </dgm:t>
    </dgm:pt>
    <dgm:pt modelId="{7FA16825-9C32-4C64-BC00-0AC574950F7D}">
      <dgm:prSet/>
      <dgm:spPr/>
      <dgm:t>
        <a:bodyPr/>
        <a:lstStyle/>
        <a:p>
          <a:pPr>
            <a:defRPr b="1"/>
          </a:pPr>
          <a:r>
            <a:rPr lang="en-US" b="1"/>
            <a:t>Alerta comprensible</a:t>
          </a:r>
          <a:endParaRPr lang="en-US"/>
        </a:p>
      </dgm:t>
    </dgm:pt>
    <dgm:pt modelId="{6EAA02BD-A3AE-4078-9CDC-DC520A4C55E1}" type="parTrans" cxnId="{7CB376F4-A698-4770-8A3A-23D0B4EBD64F}">
      <dgm:prSet/>
      <dgm:spPr/>
      <dgm:t>
        <a:bodyPr/>
        <a:lstStyle/>
        <a:p>
          <a:endParaRPr lang="en-US"/>
        </a:p>
      </dgm:t>
    </dgm:pt>
    <dgm:pt modelId="{E9B004B4-D586-4E11-B167-F362FBF34562}" type="sibTrans" cxnId="{7CB376F4-A698-4770-8A3A-23D0B4EBD64F}">
      <dgm:prSet/>
      <dgm:spPr/>
      <dgm:t>
        <a:bodyPr/>
        <a:lstStyle/>
        <a:p>
          <a:endParaRPr lang="en-US"/>
        </a:p>
      </dgm:t>
    </dgm:pt>
    <dgm:pt modelId="{E289E212-1FFB-4859-925D-522A94E2C17C}">
      <dgm:prSet/>
      <dgm:spPr/>
      <dgm:t>
        <a:bodyPr/>
        <a:lstStyle/>
        <a:p>
          <a:r>
            <a:rPr lang="en-US"/>
            <a:t>El cuidador recibe una notificación clara sobre qué cambió y por qué es relevante</a:t>
          </a:r>
        </a:p>
      </dgm:t>
    </dgm:pt>
    <dgm:pt modelId="{751A9353-8DFE-4FE6-B60A-11C85C7BFA3C}" type="parTrans" cxnId="{59F8746B-B41E-4722-B937-DABDE4025893}">
      <dgm:prSet/>
      <dgm:spPr/>
      <dgm:t>
        <a:bodyPr/>
        <a:lstStyle/>
        <a:p>
          <a:endParaRPr lang="en-US"/>
        </a:p>
      </dgm:t>
    </dgm:pt>
    <dgm:pt modelId="{1CFC613B-07FC-4B5B-A2F6-8936ED403C23}" type="sibTrans" cxnId="{59F8746B-B41E-4722-B937-DABDE4025893}">
      <dgm:prSet/>
      <dgm:spPr/>
      <dgm:t>
        <a:bodyPr/>
        <a:lstStyle/>
        <a:p>
          <a:endParaRPr lang="en-US"/>
        </a:p>
      </dgm:t>
    </dgm:pt>
    <dgm:pt modelId="{3F36FF87-A794-44CE-AD90-CBA10DECA5BC}">
      <dgm:prSet/>
      <dgm:spPr/>
      <dgm:t>
        <a:bodyPr/>
        <a:lstStyle/>
        <a:p>
          <a:pPr>
            <a:defRPr b="1"/>
          </a:pPr>
          <a:r>
            <a:rPr lang="en-US" b="1"/>
            <a:t>Acción informada</a:t>
          </a:r>
          <a:endParaRPr lang="en-US"/>
        </a:p>
      </dgm:t>
    </dgm:pt>
    <dgm:pt modelId="{A886939D-6E37-4B57-B591-EE689C2D0FC3}" type="parTrans" cxnId="{6BA4D432-5C08-44A5-AA85-D278BDF7CAF8}">
      <dgm:prSet/>
      <dgm:spPr/>
      <dgm:t>
        <a:bodyPr/>
        <a:lstStyle/>
        <a:p>
          <a:endParaRPr lang="en-US"/>
        </a:p>
      </dgm:t>
    </dgm:pt>
    <dgm:pt modelId="{13D83452-C138-4167-A14E-C9E89327A75D}" type="sibTrans" cxnId="{6BA4D432-5C08-44A5-AA85-D278BDF7CAF8}">
      <dgm:prSet/>
      <dgm:spPr/>
      <dgm:t>
        <a:bodyPr/>
        <a:lstStyle/>
        <a:p>
          <a:endParaRPr lang="en-US"/>
        </a:p>
      </dgm:t>
    </dgm:pt>
    <dgm:pt modelId="{E35F7941-5301-42F2-8654-08AEBD4017F2}">
      <dgm:prSet/>
      <dgm:spPr/>
      <dgm:t>
        <a:bodyPr/>
        <a:lstStyle/>
        <a:p>
          <a:r>
            <a:rPr lang="en-US"/>
            <a:t>Permite consultar profesionales, ajustar cuidados o simplemente acompañar más de cerca</a:t>
          </a:r>
        </a:p>
      </dgm:t>
    </dgm:pt>
    <dgm:pt modelId="{E5A32690-6226-4622-A3EC-4D8F2E8EBD77}" type="parTrans" cxnId="{4F093481-B43E-4A33-9BDC-65D6766CCAF0}">
      <dgm:prSet/>
      <dgm:spPr/>
      <dgm:t>
        <a:bodyPr/>
        <a:lstStyle/>
        <a:p>
          <a:endParaRPr lang="en-US"/>
        </a:p>
      </dgm:t>
    </dgm:pt>
    <dgm:pt modelId="{88AF457F-95FF-4A91-ADC1-7F55775414BB}" type="sibTrans" cxnId="{4F093481-B43E-4A33-9BDC-65D6766CCAF0}">
      <dgm:prSet/>
      <dgm:spPr/>
      <dgm:t>
        <a:bodyPr/>
        <a:lstStyle/>
        <a:p>
          <a:endParaRPr lang="en-US"/>
        </a:p>
      </dgm:t>
    </dgm:pt>
    <dgm:pt modelId="{AC9BC943-A071-4021-8EA6-05DEA3229A26}" type="pres">
      <dgm:prSet presAssocID="{1A8D3364-1720-4D87-935D-64B5BF0E90C4}" presName="root" presStyleCnt="0">
        <dgm:presLayoutVars>
          <dgm:dir/>
          <dgm:resizeHandles val="exact"/>
        </dgm:presLayoutVars>
      </dgm:prSet>
      <dgm:spPr/>
    </dgm:pt>
    <dgm:pt modelId="{BCDFBE61-A9A7-49DF-B715-6593F6890115}" type="pres">
      <dgm:prSet presAssocID="{0F951458-ABB0-4B8E-8E7D-9B97408BC2D2}" presName="compNode" presStyleCnt="0"/>
      <dgm:spPr/>
    </dgm:pt>
    <dgm:pt modelId="{08A3CAAA-3131-479C-B817-8706A0DDA067}" type="pres">
      <dgm:prSet presAssocID="{0F951458-ABB0-4B8E-8E7D-9B97408BC2D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3F84490-F85A-4222-8B45-387A92BC3186}" type="pres">
      <dgm:prSet presAssocID="{0F951458-ABB0-4B8E-8E7D-9B97408BC2D2}" presName="iconSpace" presStyleCnt="0"/>
      <dgm:spPr/>
    </dgm:pt>
    <dgm:pt modelId="{48B295D6-DC64-459A-846F-6F3989708E2C}" type="pres">
      <dgm:prSet presAssocID="{0F951458-ABB0-4B8E-8E7D-9B97408BC2D2}" presName="parTx" presStyleLbl="revTx" presStyleIdx="0" presStyleCnt="6">
        <dgm:presLayoutVars>
          <dgm:chMax val="0"/>
          <dgm:chPref val="0"/>
        </dgm:presLayoutVars>
      </dgm:prSet>
      <dgm:spPr/>
    </dgm:pt>
    <dgm:pt modelId="{638FA395-A3BC-4276-B129-C0F729177A73}" type="pres">
      <dgm:prSet presAssocID="{0F951458-ABB0-4B8E-8E7D-9B97408BC2D2}" presName="txSpace" presStyleCnt="0"/>
      <dgm:spPr/>
    </dgm:pt>
    <dgm:pt modelId="{3B07D3AB-403B-4571-A2FE-54C45382DE6A}" type="pres">
      <dgm:prSet presAssocID="{0F951458-ABB0-4B8E-8E7D-9B97408BC2D2}" presName="desTx" presStyleLbl="revTx" presStyleIdx="1" presStyleCnt="6">
        <dgm:presLayoutVars/>
      </dgm:prSet>
      <dgm:spPr/>
    </dgm:pt>
    <dgm:pt modelId="{763FBD26-9C33-4673-AC8A-7CE7D7C8FB72}" type="pres">
      <dgm:prSet presAssocID="{E2635679-E8C7-45B2-8D9C-A7BB799A5068}" presName="sibTrans" presStyleCnt="0"/>
      <dgm:spPr/>
    </dgm:pt>
    <dgm:pt modelId="{3C2582DA-CEF4-441A-BC45-1AE63F1F7950}" type="pres">
      <dgm:prSet presAssocID="{7FA16825-9C32-4C64-BC00-0AC574950F7D}" presName="compNode" presStyleCnt="0"/>
      <dgm:spPr/>
    </dgm:pt>
    <dgm:pt modelId="{A1968CEA-67A1-44AF-BA7D-E809B2C4B8E8}" type="pres">
      <dgm:prSet presAssocID="{7FA16825-9C32-4C64-BC00-0AC574950F7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238E681F-D6A4-433A-B3FD-D431F573BD89}" type="pres">
      <dgm:prSet presAssocID="{7FA16825-9C32-4C64-BC00-0AC574950F7D}" presName="iconSpace" presStyleCnt="0"/>
      <dgm:spPr/>
    </dgm:pt>
    <dgm:pt modelId="{D7E4A65F-21B8-4C75-8F10-5F401AF8DEF7}" type="pres">
      <dgm:prSet presAssocID="{7FA16825-9C32-4C64-BC00-0AC574950F7D}" presName="parTx" presStyleLbl="revTx" presStyleIdx="2" presStyleCnt="6">
        <dgm:presLayoutVars>
          <dgm:chMax val="0"/>
          <dgm:chPref val="0"/>
        </dgm:presLayoutVars>
      </dgm:prSet>
      <dgm:spPr/>
    </dgm:pt>
    <dgm:pt modelId="{F0043440-8B7F-4DC1-BAC7-6075BA0CFAEC}" type="pres">
      <dgm:prSet presAssocID="{7FA16825-9C32-4C64-BC00-0AC574950F7D}" presName="txSpace" presStyleCnt="0"/>
      <dgm:spPr/>
    </dgm:pt>
    <dgm:pt modelId="{112A8204-7CF1-4F08-96BF-0FCF3594F974}" type="pres">
      <dgm:prSet presAssocID="{7FA16825-9C32-4C64-BC00-0AC574950F7D}" presName="desTx" presStyleLbl="revTx" presStyleIdx="3" presStyleCnt="6">
        <dgm:presLayoutVars/>
      </dgm:prSet>
      <dgm:spPr/>
    </dgm:pt>
    <dgm:pt modelId="{0A4B2348-5193-4D67-A776-AFC6D90EFCC9}" type="pres">
      <dgm:prSet presAssocID="{E9B004B4-D586-4E11-B167-F362FBF34562}" presName="sibTrans" presStyleCnt="0"/>
      <dgm:spPr/>
    </dgm:pt>
    <dgm:pt modelId="{D46D442E-93E7-4042-9C15-F7C4038C9D66}" type="pres">
      <dgm:prSet presAssocID="{3F36FF87-A794-44CE-AD90-CBA10DECA5BC}" presName="compNode" presStyleCnt="0"/>
      <dgm:spPr/>
    </dgm:pt>
    <dgm:pt modelId="{1A52F493-72F3-495B-B776-7291141DBBC1}" type="pres">
      <dgm:prSet presAssocID="{3F36FF87-A794-44CE-AD90-CBA10DECA5B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AAEAB15A-D6D3-456D-A915-98AC9497AF2A}" type="pres">
      <dgm:prSet presAssocID="{3F36FF87-A794-44CE-AD90-CBA10DECA5BC}" presName="iconSpace" presStyleCnt="0"/>
      <dgm:spPr/>
    </dgm:pt>
    <dgm:pt modelId="{3645B300-0EB3-40DB-B367-D1FDDC6DB6A8}" type="pres">
      <dgm:prSet presAssocID="{3F36FF87-A794-44CE-AD90-CBA10DECA5BC}" presName="parTx" presStyleLbl="revTx" presStyleIdx="4" presStyleCnt="6">
        <dgm:presLayoutVars>
          <dgm:chMax val="0"/>
          <dgm:chPref val="0"/>
        </dgm:presLayoutVars>
      </dgm:prSet>
      <dgm:spPr/>
    </dgm:pt>
    <dgm:pt modelId="{5B7FF949-1CFF-4FE5-B4BF-CF7F9E91EAB6}" type="pres">
      <dgm:prSet presAssocID="{3F36FF87-A794-44CE-AD90-CBA10DECA5BC}" presName="txSpace" presStyleCnt="0"/>
      <dgm:spPr/>
    </dgm:pt>
    <dgm:pt modelId="{29DBE2EF-C699-4CB9-8FB4-E628B36FF5B9}" type="pres">
      <dgm:prSet presAssocID="{3F36FF87-A794-44CE-AD90-CBA10DECA5BC}" presName="desTx" presStyleLbl="revTx" presStyleIdx="5" presStyleCnt="6">
        <dgm:presLayoutVars/>
      </dgm:prSet>
      <dgm:spPr/>
    </dgm:pt>
  </dgm:ptLst>
  <dgm:cxnLst>
    <dgm:cxn modelId="{82380023-3CE7-4518-BB16-0A8D5C1C7204}" srcId="{0F951458-ABB0-4B8E-8E7D-9B97408BC2D2}" destId="{D96E1091-D3FC-4E6D-9A01-4CFEFCA2D6B0}" srcOrd="0" destOrd="0" parTransId="{BCC9BA0B-308D-452A-817E-18B920ACDE8C}" sibTransId="{85D9A842-1589-4CC2-8A59-B33BC896F9EC}"/>
    <dgm:cxn modelId="{6BA4D432-5C08-44A5-AA85-D278BDF7CAF8}" srcId="{1A8D3364-1720-4D87-935D-64B5BF0E90C4}" destId="{3F36FF87-A794-44CE-AD90-CBA10DECA5BC}" srcOrd="2" destOrd="0" parTransId="{A886939D-6E37-4B57-B591-EE689C2D0FC3}" sibTransId="{13D83452-C138-4167-A14E-C9E89327A75D}"/>
    <dgm:cxn modelId="{B9F61B4A-3338-4503-B726-F4E855558C94}" type="presOf" srcId="{E35F7941-5301-42F2-8654-08AEBD4017F2}" destId="{29DBE2EF-C699-4CB9-8FB4-E628B36FF5B9}" srcOrd="0" destOrd="0" presId="urn:microsoft.com/office/officeart/2018/5/layout/CenteredIconLabelDescriptionList"/>
    <dgm:cxn modelId="{03E3A066-1A29-4EB2-B903-E1C133FE6F7C}" type="presOf" srcId="{0F951458-ABB0-4B8E-8E7D-9B97408BC2D2}" destId="{48B295D6-DC64-459A-846F-6F3989708E2C}" srcOrd="0" destOrd="0" presId="urn:microsoft.com/office/officeart/2018/5/layout/CenteredIconLabelDescriptionList"/>
    <dgm:cxn modelId="{59F8746B-B41E-4722-B937-DABDE4025893}" srcId="{7FA16825-9C32-4C64-BC00-0AC574950F7D}" destId="{E289E212-1FFB-4859-925D-522A94E2C17C}" srcOrd="0" destOrd="0" parTransId="{751A9353-8DFE-4FE6-B60A-11C85C7BFA3C}" sibTransId="{1CFC613B-07FC-4B5B-A2F6-8936ED403C23}"/>
    <dgm:cxn modelId="{7D42716E-EC23-4EBA-9D69-8CEC8BF571A5}" type="presOf" srcId="{3F36FF87-A794-44CE-AD90-CBA10DECA5BC}" destId="{3645B300-0EB3-40DB-B367-D1FDDC6DB6A8}" srcOrd="0" destOrd="0" presId="urn:microsoft.com/office/officeart/2018/5/layout/CenteredIconLabelDescriptionList"/>
    <dgm:cxn modelId="{4F093481-B43E-4A33-9BDC-65D6766CCAF0}" srcId="{3F36FF87-A794-44CE-AD90-CBA10DECA5BC}" destId="{E35F7941-5301-42F2-8654-08AEBD4017F2}" srcOrd="0" destOrd="0" parTransId="{E5A32690-6226-4622-A3EC-4D8F2E8EBD77}" sibTransId="{88AF457F-95FF-4A91-ADC1-7F55775414BB}"/>
    <dgm:cxn modelId="{53582F85-E58B-4052-A21E-3B5A667E444D}" srcId="{1A8D3364-1720-4D87-935D-64B5BF0E90C4}" destId="{0F951458-ABB0-4B8E-8E7D-9B97408BC2D2}" srcOrd="0" destOrd="0" parTransId="{A2CC6B29-1469-4199-8C7A-04D3920B4F16}" sibTransId="{E2635679-E8C7-45B2-8D9C-A7BB799A5068}"/>
    <dgm:cxn modelId="{C8B4E3AC-3B7A-4FEF-B223-43A34CCC2971}" type="presOf" srcId="{1A8D3364-1720-4D87-935D-64B5BF0E90C4}" destId="{AC9BC943-A071-4021-8EA6-05DEA3229A26}" srcOrd="0" destOrd="0" presId="urn:microsoft.com/office/officeart/2018/5/layout/CenteredIconLabelDescriptionList"/>
    <dgm:cxn modelId="{1D230EB2-F67E-40F5-8B1C-80604639EDD6}" type="presOf" srcId="{D96E1091-D3FC-4E6D-9A01-4CFEFCA2D6B0}" destId="{3B07D3AB-403B-4571-A2FE-54C45382DE6A}" srcOrd="0" destOrd="0" presId="urn:microsoft.com/office/officeart/2018/5/layout/CenteredIconLabelDescriptionList"/>
    <dgm:cxn modelId="{605D86D2-BCDE-49CD-A662-61957B4EDF5D}" type="presOf" srcId="{E289E212-1FFB-4859-925D-522A94E2C17C}" destId="{112A8204-7CF1-4F08-96BF-0FCF3594F974}" srcOrd="0" destOrd="0" presId="urn:microsoft.com/office/officeart/2018/5/layout/CenteredIconLabelDescriptionList"/>
    <dgm:cxn modelId="{771012EF-1CDF-4BA0-9EF2-C23B2A5314AD}" type="presOf" srcId="{7FA16825-9C32-4C64-BC00-0AC574950F7D}" destId="{D7E4A65F-21B8-4C75-8F10-5F401AF8DEF7}" srcOrd="0" destOrd="0" presId="urn:microsoft.com/office/officeart/2018/5/layout/CenteredIconLabelDescriptionList"/>
    <dgm:cxn modelId="{7CB376F4-A698-4770-8A3A-23D0B4EBD64F}" srcId="{1A8D3364-1720-4D87-935D-64B5BF0E90C4}" destId="{7FA16825-9C32-4C64-BC00-0AC574950F7D}" srcOrd="1" destOrd="0" parTransId="{6EAA02BD-A3AE-4078-9CDC-DC520A4C55E1}" sibTransId="{E9B004B4-D586-4E11-B167-F362FBF34562}"/>
    <dgm:cxn modelId="{774689DD-3A6C-4C6F-9478-B348B4C87B13}" type="presParOf" srcId="{AC9BC943-A071-4021-8EA6-05DEA3229A26}" destId="{BCDFBE61-A9A7-49DF-B715-6593F6890115}" srcOrd="0" destOrd="0" presId="urn:microsoft.com/office/officeart/2018/5/layout/CenteredIconLabelDescriptionList"/>
    <dgm:cxn modelId="{BD75FC29-E8F0-4AAE-A77A-4CAFE232A5CD}" type="presParOf" srcId="{BCDFBE61-A9A7-49DF-B715-6593F6890115}" destId="{08A3CAAA-3131-479C-B817-8706A0DDA067}" srcOrd="0" destOrd="0" presId="urn:microsoft.com/office/officeart/2018/5/layout/CenteredIconLabelDescriptionList"/>
    <dgm:cxn modelId="{8D360D2C-7C37-4B18-8DA5-4FD083B8CA1C}" type="presParOf" srcId="{BCDFBE61-A9A7-49DF-B715-6593F6890115}" destId="{83F84490-F85A-4222-8B45-387A92BC3186}" srcOrd="1" destOrd="0" presId="urn:microsoft.com/office/officeart/2018/5/layout/CenteredIconLabelDescriptionList"/>
    <dgm:cxn modelId="{A6E1F4EF-270D-423A-9B21-787C6C67EE5E}" type="presParOf" srcId="{BCDFBE61-A9A7-49DF-B715-6593F6890115}" destId="{48B295D6-DC64-459A-846F-6F3989708E2C}" srcOrd="2" destOrd="0" presId="urn:microsoft.com/office/officeart/2018/5/layout/CenteredIconLabelDescriptionList"/>
    <dgm:cxn modelId="{6A5064BB-1D35-4A98-9A17-F6ADD0E48961}" type="presParOf" srcId="{BCDFBE61-A9A7-49DF-B715-6593F6890115}" destId="{638FA395-A3BC-4276-B129-C0F729177A73}" srcOrd="3" destOrd="0" presId="urn:microsoft.com/office/officeart/2018/5/layout/CenteredIconLabelDescriptionList"/>
    <dgm:cxn modelId="{FE1A07B1-B406-4AAE-948F-823E2498A9AC}" type="presParOf" srcId="{BCDFBE61-A9A7-49DF-B715-6593F6890115}" destId="{3B07D3AB-403B-4571-A2FE-54C45382DE6A}" srcOrd="4" destOrd="0" presId="urn:microsoft.com/office/officeart/2018/5/layout/CenteredIconLabelDescriptionList"/>
    <dgm:cxn modelId="{28FFCDF2-6CDD-4910-8FAF-D54A2C10AB61}" type="presParOf" srcId="{AC9BC943-A071-4021-8EA6-05DEA3229A26}" destId="{763FBD26-9C33-4673-AC8A-7CE7D7C8FB72}" srcOrd="1" destOrd="0" presId="urn:microsoft.com/office/officeart/2018/5/layout/CenteredIconLabelDescriptionList"/>
    <dgm:cxn modelId="{C05F0B60-3AF8-421A-8EA2-A60CD191A8A2}" type="presParOf" srcId="{AC9BC943-A071-4021-8EA6-05DEA3229A26}" destId="{3C2582DA-CEF4-441A-BC45-1AE63F1F7950}" srcOrd="2" destOrd="0" presId="urn:microsoft.com/office/officeart/2018/5/layout/CenteredIconLabelDescriptionList"/>
    <dgm:cxn modelId="{6EDF4B48-4188-4108-8BFB-C14AEFDCD114}" type="presParOf" srcId="{3C2582DA-CEF4-441A-BC45-1AE63F1F7950}" destId="{A1968CEA-67A1-44AF-BA7D-E809B2C4B8E8}" srcOrd="0" destOrd="0" presId="urn:microsoft.com/office/officeart/2018/5/layout/CenteredIconLabelDescriptionList"/>
    <dgm:cxn modelId="{7F676104-DB6A-4F40-AA82-A7AA2C32F592}" type="presParOf" srcId="{3C2582DA-CEF4-441A-BC45-1AE63F1F7950}" destId="{238E681F-D6A4-433A-B3FD-D431F573BD89}" srcOrd="1" destOrd="0" presId="urn:microsoft.com/office/officeart/2018/5/layout/CenteredIconLabelDescriptionList"/>
    <dgm:cxn modelId="{80E5FAFC-8EAA-41BB-B6C0-00B0D4F7E8AC}" type="presParOf" srcId="{3C2582DA-CEF4-441A-BC45-1AE63F1F7950}" destId="{D7E4A65F-21B8-4C75-8F10-5F401AF8DEF7}" srcOrd="2" destOrd="0" presId="urn:microsoft.com/office/officeart/2018/5/layout/CenteredIconLabelDescriptionList"/>
    <dgm:cxn modelId="{D6F2A574-55A5-48A2-B8B5-1BA2F0931D90}" type="presParOf" srcId="{3C2582DA-CEF4-441A-BC45-1AE63F1F7950}" destId="{F0043440-8B7F-4DC1-BAC7-6075BA0CFAEC}" srcOrd="3" destOrd="0" presId="urn:microsoft.com/office/officeart/2018/5/layout/CenteredIconLabelDescriptionList"/>
    <dgm:cxn modelId="{87F4ABFB-87C9-4744-963A-83A503107095}" type="presParOf" srcId="{3C2582DA-CEF4-441A-BC45-1AE63F1F7950}" destId="{112A8204-7CF1-4F08-96BF-0FCF3594F974}" srcOrd="4" destOrd="0" presId="urn:microsoft.com/office/officeart/2018/5/layout/CenteredIconLabelDescriptionList"/>
    <dgm:cxn modelId="{5094A820-A4FD-48FE-A322-B4C5F7B8220D}" type="presParOf" srcId="{AC9BC943-A071-4021-8EA6-05DEA3229A26}" destId="{0A4B2348-5193-4D67-A776-AFC6D90EFCC9}" srcOrd="3" destOrd="0" presId="urn:microsoft.com/office/officeart/2018/5/layout/CenteredIconLabelDescriptionList"/>
    <dgm:cxn modelId="{40D04F12-3220-4C84-A636-20B0F73FB604}" type="presParOf" srcId="{AC9BC943-A071-4021-8EA6-05DEA3229A26}" destId="{D46D442E-93E7-4042-9C15-F7C4038C9D66}" srcOrd="4" destOrd="0" presId="urn:microsoft.com/office/officeart/2018/5/layout/CenteredIconLabelDescriptionList"/>
    <dgm:cxn modelId="{BA93C64F-9274-4272-8BE8-613EFD141627}" type="presParOf" srcId="{D46D442E-93E7-4042-9C15-F7C4038C9D66}" destId="{1A52F493-72F3-495B-B776-7291141DBBC1}" srcOrd="0" destOrd="0" presId="urn:microsoft.com/office/officeart/2018/5/layout/CenteredIconLabelDescriptionList"/>
    <dgm:cxn modelId="{B0242A38-81F6-4897-B9C9-B970310203A0}" type="presParOf" srcId="{D46D442E-93E7-4042-9C15-F7C4038C9D66}" destId="{AAEAB15A-D6D3-456D-A915-98AC9497AF2A}" srcOrd="1" destOrd="0" presId="urn:microsoft.com/office/officeart/2018/5/layout/CenteredIconLabelDescriptionList"/>
    <dgm:cxn modelId="{3A2FFFA2-BD3A-4FCC-B183-59254B8581D5}" type="presParOf" srcId="{D46D442E-93E7-4042-9C15-F7C4038C9D66}" destId="{3645B300-0EB3-40DB-B367-D1FDDC6DB6A8}" srcOrd="2" destOrd="0" presId="urn:microsoft.com/office/officeart/2018/5/layout/CenteredIconLabelDescriptionList"/>
    <dgm:cxn modelId="{69EFD83C-0BED-4CDB-B082-5E6CEE7CF937}" type="presParOf" srcId="{D46D442E-93E7-4042-9C15-F7C4038C9D66}" destId="{5B7FF949-1CFF-4FE5-B4BF-CF7F9E91EAB6}" srcOrd="3" destOrd="0" presId="urn:microsoft.com/office/officeart/2018/5/layout/CenteredIconLabelDescriptionList"/>
    <dgm:cxn modelId="{F697C9AB-CDCC-49F4-9556-2A0B2D6187C2}" type="presParOf" srcId="{D46D442E-93E7-4042-9C15-F7C4038C9D66}" destId="{29DBE2EF-C699-4CB9-8FB4-E628B36FF5B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E08C31-F394-4AC3-9479-C7CE7B33932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45D23C-9CE5-4232-8BCD-7F7F44606DDF}">
      <dgm:prSet custT="1"/>
      <dgm:spPr/>
      <dgm:t>
        <a:bodyPr/>
        <a:lstStyle/>
        <a:p>
          <a:pPr>
            <a:defRPr b="1"/>
          </a:pPr>
          <a:r>
            <a:rPr lang="es-ES_tradnl" sz="2000" noProof="1"/>
            <a:t>Alto contraste visual</a:t>
          </a:r>
        </a:p>
      </dgm:t>
    </dgm:pt>
    <dgm:pt modelId="{9D3AA41B-7834-416B-976B-8F63DE406A6B}" type="parTrans" cxnId="{A107C369-182A-4677-9EA3-6EE08DDA0390}">
      <dgm:prSet/>
      <dgm:spPr/>
      <dgm:t>
        <a:bodyPr/>
        <a:lstStyle/>
        <a:p>
          <a:endParaRPr lang="es-ES_tradnl" sz="2400" noProof="1"/>
        </a:p>
      </dgm:t>
    </dgm:pt>
    <dgm:pt modelId="{33849B18-4ECC-4E0B-8D7D-16347630990F}" type="sibTrans" cxnId="{A107C369-182A-4677-9EA3-6EE08DDA0390}">
      <dgm:prSet/>
      <dgm:spPr/>
      <dgm:t>
        <a:bodyPr/>
        <a:lstStyle/>
        <a:p>
          <a:endParaRPr lang="es-ES_tradnl" sz="2400" noProof="1"/>
        </a:p>
      </dgm:t>
    </dgm:pt>
    <dgm:pt modelId="{699F1515-6A24-4289-BE4C-0A7248ED693D}">
      <dgm:prSet custT="1"/>
      <dgm:spPr/>
      <dgm:t>
        <a:bodyPr/>
        <a:lstStyle/>
        <a:p>
          <a:pPr algn="just"/>
          <a:r>
            <a:rPr lang="es-ES_tradnl" sz="1600" noProof="1"/>
            <a:t>Interfaces claras y legibles para personas con limitaciones visuales</a:t>
          </a:r>
        </a:p>
      </dgm:t>
    </dgm:pt>
    <dgm:pt modelId="{C866F95B-0FBF-4E73-8351-26784443CD33}" type="parTrans" cxnId="{5C0EC3DB-A66B-4AFE-934F-D8208E1C6C22}">
      <dgm:prSet/>
      <dgm:spPr/>
      <dgm:t>
        <a:bodyPr/>
        <a:lstStyle/>
        <a:p>
          <a:endParaRPr lang="es-ES_tradnl" sz="2400" noProof="1"/>
        </a:p>
      </dgm:t>
    </dgm:pt>
    <dgm:pt modelId="{52FE3208-2B44-4216-8475-B32BCA936576}" type="sibTrans" cxnId="{5C0EC3DB-A66B-4AFE-934F-D8208E1C6C22}">
      <dgm:prSet/>
      <dgm:spPr/>
      <dgm:t>
        <a:bodyPr/>
        <a:lstStyle/>
        <a:p>
          <a:endParaRPr lang="es-ES_tradnl" sz="2400" noProof="1"/>
        </a:p>
      </dgm:t>
    </dgm:pt>
    <dgm:pt modelId="{D9C7093A-0F79-4301-9016-F3EAF3A452C9}">
      <dgm:prSet custT="1"/>
      <dgm:spPr/>
      <dgm:t>
        <a:bodyPr/>
        <a:lstStyle/>
        <a:p>
          <a:pPr>
            <a:defRPr b="1"/>
          </a:pPr>
          <a:r>
            <a:rPr lang="es-ES_tradnl" sz="2000" b="1" noProof="1"/>
            <a:t>Lenguaje simple y cercano</a:t>
          </a:r>
          <a:endParaRPr lang="es-ES_tradnl" sz="2000" noProof="1"/>
        </a:p>
      </dgm:t>
    </dgm:pt>
    <dgm:pt modelId="{559CC093-67DF-4A17-8DA5-E3D142E2362D}" type="parTrans" cxnId="{84CA2487-FBB1-4BA1-BEFC-D5B7388DD3AC}">
      <dgm:prSet/>
      <dgm:spPr/>
      <dgm:t>
        <a:bodyPr/>
        <a:lstStyle/>
        <a:p>
          <a:endParaRPr lang="es-ES_tradnl" sz="2400" noProof="1"/>
        </a:p>
      </dgm:t>
    </dgm:pt>
    <dgm:pt modelId="{CF10FC1D-D539-4380-BE7F-C669AAB6F8BB}" type="sibTrans" cxnId="{84CA2487-FBB1-4BA1-BEFC-D5B7388DD3AC}">
      <dgm:prSet/>
      <dgm:spPr/>
      <dgm:t>
        <a:bodyPr/>
        <a:lstStyle/>
        <a:p>
          <a:endParaRPr lang="es-ES_tradnl" sz="2400" noProof="1"/>
        </a:p>
      </dgm:t>
    </dgm:pt>
    <dgm:pt modelId="{0667EE98-6F83-4728-A7DA-D6D8BF0E5845}">
      <dgm:prSet custT="1"/>
      <dgm:spPr/>
      <dgm:t>
        <a:bodyPr/>
        <a:lstStyle/>
        <a:p>
          <a:pPr algn="just"/>
          <a:r>
            <a:rPr lang="es-ES_tradnl" sz="1600" noProof="1"/>
            <a:t>Instrucciones comprensibles que evitan frustración y confusion</a:t>
          </a:r>
        </a:p>
      </dgm:t>
    </dgm:pt>
    <dgm:pt modelId="{F7399BB2-41EB-43CB-A77A-FCE1308DF779}" type="parTrans" cxnId="{098D451D-F891-4F70-9748-FBCC8A8E937A}">
      <dgm:prSet/>
      <dgm:spPr/>
      <dgm:t>
        <a:bodyPr/>
        <a:lstStyle/>
        <a:p>
          <a:endParaRPr lang="es-ES_tradnl" sz="2400" noProof="1"/>
        </a:p>
      </dgm:t>
    </dgm:pt>
    <dgm:pt modelId="{E62DE03F-6E9E-41E7-B564-C97F786A1E58}" type="sibTrans" cxnId="{098D451D-F891-4F70-9748-FBCC8A8E937A}">
      <dgm:prSet/>
      <dgm:spPr/>
      <dgm:t>
        <a:bodyPr/>
        <a:lstStyle/>
        <a:p>
          <a:endParaRPr lang="es-ES_tradnl" sz="2400" noProof="1"/>
        </a:p>
      </dgm:t>
    </dgm:pt>
    <dgm:pt modelId="{7E5B6F94-3D72-44A4-9A1D-035F79D3B25B}">
      <dgm:prSet custT="1"/>
      <dgm:spPr/>
      <dgm:t>
        <a:bodyPr/>
        <a:lstStyle/>
        <a:p>
          <a:pPr>
            <a:defRPr b="1"/>
          </a:pPr>
          <a:r>
            <a:rPr lang="es-ES_tradnl" sz="2000" b="1" noProof="1"/>
            <a:t>Navegación intuitiva</a:t>
          </a:r>
          <a:endParaRPr lang="es-ES_tradnl" sz="2000" noProof="1"/>
        </a:p>
      </dgm:t>
    </dgm:pt>
    <dgm:pt modelId="{66294DE1-A909-4905-8919-D990900D4E65}" type="parTrans" cxnId="{32BB9DC5-CD5B-440D-AF1C-81B1F065A4F8}">
      <dgm:prSet/>
      <dgm:spPr/>
      <dgm:t>
        <a:bodyPr/>
        <a:lstStyle/>
        <a:p>
          <a:endParaRPr lang="es-ES_tradnl" sz="2400" noProof="1"/>
        </a:p>
      </dgm:t>
    </dgm:pt>
    <dgm:pt modelId="{EBF6519C-F44B-4AAA-AA0F-20905E7A2073}" type="sibTrans" cxnId="{32BB9DC5-CD5B-440D-AF1C-81B1F065A4F8}">
      <dgm:prSet/>
      <dgm:spPr/>
      <dgm:t>
        <a:bodyPr/>
        <a:lstStyle/>
        <a:p>
          <a:endParaRPr lang="es-ES_tradnl" sz="2400" noProof="1"/>
        </a:p>
      </dgm:t>
    </dgm:pt>
    <dgm:pt modelId="{D7CABB2A-2A0F-4D48-B71C-DFA7FB7C714D}">
      <dgm:prSet custT="1"/>
      <dgm:spPr/>
      <dgm:t>
        <a:bodyPr/>
        <a:lstStyle/>
        <a:p>
          <a:pPr algn="just"/>
          <a:r>
            <a:rPr lang="es-ES_tradnl" sz="1600" noProof="1"/>
            <a:t>Cada acción es clara, predecible y fácil de completar</a:t>
          </a:r>
        </a:p>
      </dgm:t>
    </dgm:pt>
    <dgm:pt modelId="{442FD2D4-F968-45FB-A544-C43F91C3E6DD}" type="parTrans" cxnId="{B3F15E4E-A9D5-492F-91C1-E7075CF4EC8B}">
      <dgm:prSet/>
      <dgm:spPr/>
      <dgm:t>
        <a:bodyPr/>
        <a:lstStyle/>
        <a:p>
          <a:endParaRPr lang="es-ES_tradnl" sz="2400" noProof="1"/>
        </a:p>
      </dgm:t>
    </dgm:pt>
    <dgm:pt modelId="{7BFF26D1-F927-4815-854C-D58D212836FD}" type="sibTrans" cxnId="{B3F15E4E-A9D5-492F-91C1-E7075CF4EC8B}">
      <dgm:prSet/>
      <dgm:spPr/>
      <dgm:t>
        <a:bodyPr/>
        <a:lstStyle/>
        <a:p>
          <a:endParaRPr lang="es-ES_tradnl" sz="2400" noProof="1"/>
        </a:p>
      </dgm:t>
    </dgm:pt>
    <dgm:pt modelId="{56524BC6-A993-4D04-84B3-25F92F65BD7C}">
      <dgm:prSet custT="1"/>
      <dgm:spPr/>
      <dgm:t>
        <a:bodyPr/>
        <a:lstStyle/>
        <a:p>
          <a:pPr>
            <a:defRPr b="1"/>
          </a:pPr>
          <a:r>
            <a:rPr lang="es-ES_tradnl" sz="2000" noProof="1"/>
            <a:t>Privacidad y protección</a:t>
          </a:r>
        </a:p>
      </dgm:t>
    </dgm:pt>
    <dgm:pt modelId="{ADEAB337-AFD8-45B0-AD67-0CF9D7CA7AD0}" type="parTrans" cxnId="{D95AE3E4-1ABE-4AC0-94DC-93458E5F8ABD}">
      <dgm:prSet/>
      <dgm:spPr/>
      <dgm:t>
        <a:bodyPr/>
        <a:lstStyle/>
        <a:p>
          <a:endParaRPr lang="es-ES_tradnl" sz="2400" noProof="1"/>
        </a:p>
      </dgm:t>
    </dgm:pt>
    <dgm:pt modelId="{F93AB192-CF6B-44A8-B79D-5D310A54BF9A}" type="sibTrans" cxnId="{D95AE3E4-1ABE-4AC0-94DC-93458E5F8ABD}">
      <dgm:prSet/>
      <dgm:spPr/>
      <dgm:t>
        <a:bodyPr/>
        <a:lstStyle/>
        <a:p>
          <a:endParaRPr lang="es-ES_tradnl" sz="2400" noProof="1"/>
        </a:p>
      </dgm:t>
    </dgm:pt>
    <dgm:pt modelId="{B10EAB79-BE9B-47FC-84FD-35AC3A12FB3A}">
      <dgm:prSet custT="1"/>
      <dgm:spPr/>
      <dgm:t>
        <a:bodyPr/>
        <a:lstStyle/>
        <a:p>
          <a:pPr algn="just"/>
          <a:r>
            <a:rPr lang="es-ES_tradnl" sz="1600" noProof="1"/>
            <a:t>Datos sensibles tratados con máxima seguridad y confidencialidad</a:t>
          </a:r>
        </a:p>
      </dgm:t>
    </dgm:pt>
    <dgm:pt modelId="{E958725F-DC0F-4F4B-B567-E30C41A4FFB8}" type="parTrans" cxnId="{35B11C75-11BE-488B-9EBC-647B3E78B10E}">
      <dgm:prSet/>
      <dgm:spPr/>
      <dgm:t>
        <a:bodyPr/>
        <a:lstStyle/>
        <a:p>
          <a:endParaRPr lang="es-ES_tradnl" sz="2400" noProof="1"/>
        </a:p>
      </dgm:t>
    </dgm:pt>
    <dgm:pt modelId="{18CD8155-3959-4245-9067-E9D7BF3F168A}" type="sibTrans" cxnId="{35B11C75-11BE-488B-9EBC-647B3E78B10E}">
      <dgm:prSet/>
      <dgm:spPr/>
      <dgm:t>
        <a:bodyPr/>
        <a:lstStyle/>
        <a:p>
          <a:endParaRPr lang="es-ES_tradnl" sz="2400" noProof="1"/>
        </a:p>
      </dgm:t>
    </dgm:pt>
    <dgm:pt modelId="{D94E6B43-4DCE-45DF-93AE-0F73055B0942}" type="pres">
      <dgm:prSet presAssocID="{63E08C31-F394-4AC3-9479-C7CE7B339325}" presName="root" presStyleCnt="0">
        <dgm:presLayoutVars>
          <dgm:dir/>
          <dgm:resizeHandles val="exact"/>
        </dgm:presLayoutVars>
      </dgm:prSet>
      <dgm:spPr/>
    </dgm:pt>
    <dgm:pt modelId="{CAC7A502-26BB-4A74-949B-3D701FB642E5}" type="pres">
      <dgm:prSet presAssocID="{5D45D23C-9CE5-4232-8BCD-7F7F44606DDF}" presName="compNode" presStyleCnt="0"/>
      <dgm:spPr/>
    </dgm:pt>
    <dgm:pt modelId="{22EBD768-DEF7-4455-A98B-BE7F8C26D057}" type="pres">
      <dgm:prSet presAssocID="{5D45D23C-9CE5-4232-8BCD-7F7F44606DD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jo"/>
        </a:ext>
      </dgm:extLst>
    </dgm:pt>
    <dgm:pt modelId="{A6051919-6CCF-4A61-9F1F-820AEA3A4E11}" type="pres">
      <dgm:prSet presAssocID="{5D45D23C-9CE5-4232-8BCD-7F7F44606DDF}" presName="iconSpace" presStyleCnt="0"/>
      <dgm:spPr/>
    </dgm:pt>
    <dgm:pt modelId="{2513BB11-E9C6-435F-AFE4-EA82D656E373}" type="pres">
      <dgm:prSet presAssocID="{5D45D23C-9CE5-4232-8BCD-7F7F44606DDF}" presName="parTx" presStyleLbl="revTx" presStyleIdx="0" presStyleCnt="8">
        <dgm:presLayoutVars>
          <dgm:chMax val="0"/>
          <dgm:chPref val="0"/>
        </dgm:presLayoutVars>
      </dgm:prSet>
      <dgm:spPr/>
    </dgm:pt>
    <dgm:pt modelId="{0F9DBEED-20B2-49DF-AE5F-519A97C475AD}" type="pres">
      <dgm:prSet presAssocID="{5D45D23C-9CE5-4232-8BCD-7F7F44606DDF}" presName="txSpace" presStyleCnt="0"/>
      <dgm:spPr/>
    </dgm:pt>
    <dgm:pt modelId="{E1DD192D-3298-4B2F-AEB0-EA84566E080A}" type="pres">
      <dgm:prSet presAssocID="{5D45D23C-9CE5-4232-8BCD-7F7F44606DDF}" presName="desTx" presStyleLbl="revTx" presStyleIdx="1" presStyleCnt="8">
        <dgm:presLayoutVars/>
      </dgm:prSet>
      <dgm:spPr/>
    </dgm:pt>
    <dgm:pt modelId="{C1661E1F-73DC-4708-B9B7-295F370A4375}" type="pres">
      <dgm:prSet presAssocID="{33849B18-4ECC-4E0B-8D7D-16347630990F}" presName="sibTrans" presStyleCnt="0"/>
      <dgm:spPr/>
    </dgm:pt>
    <dgm:pt modelId="{23D2B3B6-1134-45C4-B20D-6AAB585B1715}" type="pres">
      <dgm:prSet presAssocID="{D9C7093A-0F79-4301-9016-F3EAF3A452C9}" presName="compNode" presStyleCnt="0"/>
      <dgm:spPr/>
    </dgm:pt>
    <dgm:pt modelId="{898C2F20-7914-402B-992A-551C890F02D0}" type="pres">
      <dgm:prSet presAssocID="{D9C7093A-0F79-4301-9016-F3EAF3A452C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FB8B6960-E55B-40DB-BCE2-326956C607A9}" type="pres">
      <dgm:prSet presAssocID="{D9C7093A-0F79-4301-9016-F3EAF3A452C9}" presName="iconSpace" presStyleCnt="0"/>
      <dgm:spPr/>
    </dgm:pt>
    <dgm:pt modelId="{D8C5C7DB-9919-49BB-B0F5-0401E54D1DAD}" type="pres">
      <dgm:prSet presAssocID="{D9C7093A-0F79-4301-9016-F3EAF3A452C9}" presName="parTx" presStyleLbl="revTx" presStyleIdx="2" presStyleCnt="8">
        <dgm:presLayoutVars>
          <dgm:chMax val="0"/>
          <dgm:chPref val="0"/>
        </dgm:presLayoutVars>
      </dgm:prSet>
      <dgm:spPr/>
    </dgm:pt>
    <dgm:pt modelId="{CA2A1821-7C1F-4342-98FD-E1A01F3A5F2E}" type="pres">
      <dgm:prSet presAssocID="{D9C7093A-0F79-4301-9016-F3EAF3A452C9}" presName="txSpace" presStyleCnt="0"/>
      <dgm:spPr/>
    </dgm:pt>
    <dgm:pt modelId="{347ADDC4-8655-459D-B7F6-68649402F445}" type="pres">
      <dgm:prSet presAssocID="{D9C7093A-0F79-4301-9016-F3EAF3A452C9}" presName="desTx" presStyleLbl="revTx" presStyleIdx="3" presStyleCnt="8">
        <dgm:presLayoutVars/>
      </dgm:prSet>
      <dgm:spPr/>
    </dgm:pt>
    <dgm:pt modelId="{D2F5B886-117B-4371-848C-9CB5D61076CC}" type="pres">
      <dgm:prSet presAssocID="{CF10FC1D-D539-4380-BE7F-C669AAB6F8BB}" presName="sibTrans" presStyleCnt="0"/>
      <dgm:spPr/>
    </dgm:pt>
    <dgm:pt modelId="{D6B5129D-9AE2-4107-8540-74DA681835AD}" type="pres">
      <dgm:prSet presAssocID="{7E5B6F94-3D72-44A4-9A1D-035F79D3B25B}" presName="compNode" presStyleCnt="0"/>
      <dgm:spPr/>
    </dgm:pt>
    <dgm:pt modelId="{C9978E16-7D5E-4950-BC63-62B2A84571DE}" type="pres">
      <dgm:prSet presAssocID="{7E5B6F94-3D72-44A4-9A1D-035F79D3B25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 de vela"/>
        </a:ext>
      </dgm:extLst>
    </dgm:pt>
    <dgm:pt modelId="{FC38E376-A07C-47A9-A310-F73F088D7B0D}" type="pres">
      <dgm:prSet presAssocID="{7E5B6F94-3D72-44A4-9A1D-035F79D3B25B}" presName="iconSpace" presStyleCnt="0"/>
      <dgm:spPr/>
    </dgm:pt>
    <dgm:pt modelId="{2FBBA241-5C5A-4FE8-8963-ABC29507A1DC}" type="pres">
      <dgm:prSet presAssocID="{7E5B6F94-3D72-44A4-9A1D-035F79D3B25B}" presName="parTx" presStyleLbl="revTx" presStyleIdx="4" presStyleCnt="8">
        <dgm:presLayoutVars>
          <dgm:chMax val="0"/>
          <dgm:chPref val="0"/>
        </dgm:presLayoutVars>
      </dgm:prSet>
      <dgm:spPr/>
    </dgm:pt>
    <dgm:pt modelId="{A63AA4C9-485B-45AB-97A5-D9C8BDE30227}" type="pres">
      <dgm:prSet presAssocID="{7E5B6F94-3D72-44A4-9A1D-035F79D3B25B}" presName="txSpace" presStyleCnt="0"/>
      <dgm:spPr/>
    </dgm:pt>
    <dgm:pt modelId="{A07E61F6-5781-4C17-8782-A4B7D2E94992}" type="pres">
      <dgm:prSet presAssocID="{7E5B6F94-3D72-44A4-9A1D-035F79D3B25B}" presName="desTx" presStyleLbl="revTx" presStyleIdx="5" presStyleCnt="8">
        <dgm:presLayoutVars/>
      </dgm:prSet>
      <dgm:spPr/>
    </dgm:pt>
    <dgm:pt modelId="{D8249D91-1509-41DC-A650-97AA0F035636}" type="pres">
      <dgm:prSet presAssocID="{EBF6519C-F44B-4AAA-AA0F-20905E7A2073}" presName="sibTrans" presStyleCnt="0"/>
      <dgm:spPr/>
    </dgm:pt>
    <dgm:pt modelId="{F553C7FC-6DF2-4615-8C5C-5BBA018BED2C}" type="pres">
      <dgm:prSet presAssocID="{56524BC6-A993-4D04-84B3-25F92F65BD7C}" presName="compNode" presStyleCnt="0"/>
      <dgm:spPr/>
    </dgm:pt>
    <dgm:pt modelId="{3A4CD091-F826-42A4-B4FA-91FAF9F67DB8}" type="pres">
      <dgm:prSet presAssocID="{56524BC6-A993-4D04-84B3-25F92F65BD7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7C006238-842C-4FDC-A835-F88B6EC3B5CF}" type="pres">
      <dgm:prSet presAssocID="{56524BC6-A993-4D04-84B3-25F92F65BD7C}" presName="iconSpace" presStyleCnt="0"/>
      <dgm:spPr/>
    </dgm:pt>
    <dgm:pt modelId="{A5C59B39-3498-4CC3-8C8B-9DD6C5A0702B}" type="pres">
      <dgm:prSet presAssocID="{56524BC6-A993-4D04-84B3-25F92F65BD7C}" presName="parTx" presStyleLbl="revTx" presStyleIdx="6" presStyleCnt="8">
        <dgm:presLayoutVars>
          <dgm:chMax val="0"/>
          <dgm:chPref val="0"/>
        </dgm:presLayoutVars>
      </dgm:prSet>
      <dgm:spPr/>
    </dgm:pt>
    <dgm:pt modelId="{CA346CBC-4858-4F9F-A565-A2019706B721}" type="pres">
      <dgm:prSet presAssocID="{56524BC6-A993-4D04-84B3-25F92F65BD7C}" presName="txSpace" presStyleCnt="0"/>
      <dgm:spPr/>
    </dgm:pt>
    <dgm:pt modelId="{865D6BD6-A914-44B4-9861-2D50E219C58A}" type="pres">
      <dgm:prSet presAssocID="{56524BC6-A993-4D04-84B3-25F92F65BD7C}" presName="desTx" presStyleLbl="revTx" presStyleIdx="7" presStyleCnt="8">
        <dgm:presLayoutVars/>
      </dgm:prSet>
      <dgm:spPr/>
    </dgm:pt>
  </dgm:ptLst>
  <dgm:cxnLst>
    <dgm:cxn modelId="{EBD2B505-9942-4CBA-9DEC-2B38548F6E08}" type="presOf" srcId="{D7CABB2A-2A0F-4D48-B71C-DFA7FB7C714D}" destId="{A07E61F6-5781-4C17-8782-A4B7D2E94992}" srcOrd="0" destOrd="0" presId="urn:microsoft.com/office/officeart/2018/2/layout/IconLabelDescriptionList"/>
    <dgm:cxn modelId="{098D451D-F891-4F70-9748-FBCC8A8E937A}" srcId="{D9C7093A-0F79-4301-9016-F3EAF3A452C9}" destId="{0667EE98-6F83-4728-A7DA-D6D8BF0E5845}" srcOrd="0" destOrd="0" parTransId="{F7399BB2-41EB-43CB-A77A-FCE1308DF779}" sibTransId="{E62DE03F-6E9E-41E7-B564-C97F786A1E58}"/>
    <dgm:cxn modelId="{39B92725-2ABA-4801-BA8C-102AF1DE8AC8}" type="presOf" srcId="{0667EE98-6F83-4728-A7DA-D6D8BF0E5845}" destId="{347ADDC4-8655-459D-B7F6-68649402F445}" srcOrd="0" destOrd="0" presId="urn:microsoft.com/office/officeart/2018/2/layout/IconLabelDescriptionList"/>
    <dgm:cxn modelId="{78433F38-5C7C-4AED-BAE6-37842650F2B4}" type="presOf" srcId="{7E5B6F94-3D72-44A4-9A1D-035F79D3B25B}" destId="{2FBBA241-5C5A-4FE8-8963-ABC29507A1DC}" srcOrd="0" destOrd="0" presId="urn:microsoft.com/office/officeart/2018/2/layout/IconLabelDescriptionList"/>
    <dgm:cxn modelId="{3D195E4E-AB49-4F64-9CAD-CAFED34C3017}" type="presOf" srcId="{5D45D23C-9CE5-4232-8BCD-7F7F44606DDF}" destId="{2513BB11-E9C6-435F-AFE4-EA82D656E373}" srcOrd="0" destOrd="0" presId="urn:microsoft.com/office/officeart/2018/2/layout/IconLabelDescriptionList"/>
    <dgm:cxn modelId="{B3F15E4E-A9D5-492F-91C1-E7075CF4EC8B}" srcId="{7E5B6F94-3D72-44A4-9A1D-035F79D3B25B}" destId="{D7CABB2A-2A0F-4D48-B71C-DFA7FB7C714D}" srcOrd="0" destOrd="0" parTransId="{442FD2D4-F968-45FB-A544-C43F91C3E6DD}" sibTransId="{7BFF26D1-F927-4815-854C-D58D212836FD}"/>
    <dgm:cxn modelId="{629BB258-7D06-49DB-9CD4-57377DC3FB84}" type="presOf" srcId="{B10EAB79-BE9B-47FC-84FD-35AC3A12FB3A}" destId="{865D6BD6-A914-44B4-9861-2D50E219C58A}" srcOrd="0" destOrd="0" presId="urn:microsoft.com/office/officeart/2018/2/layout/IconLabelDescriptionList"/>
    <dgm:cxn modelId="{A107C369-182A-4677-9EA3-6EE08DDA0390}" srcId="{63E08C31-F394-4AC3-9479-C7CE7B339325}" destId="{5D45D23C-9CE5-4232-8BCD-7F7F44606DDF}" srcOrd="0" destOrd="0" parTransId="{9D3AA41B-7834-416B-976B-8F63DE406A6B}" sibTransId="{33849B18-4ECC-4E0B-8D7D-16347630990F}"/>
    <dgm:cxn modelId="{35B11C75-11BE-488B-9EBC-647B3E78B10E}" srcId="{56524BC6-A993-4D04-84B3-25F92F65BD7C}" destId="{B10EAB79-BE9B-47FC-84FD-35AC3A12FB3A}" srcOrd="0" destOrd="0" parTransId="{E958725F-DC0F-4F4B-B567-E30C41A4FFB8}" sibTransId="{18CD8155-3959-4245-9067-E9D7BF3F168A}"/>
    <dgm:cxn modelId="{3B89C885-955C-43B6-BA37-9AE814575B70}" type="presOf" srcId="{699F1515-6A24-4289-BE4C-0A7248ED693D}" destId="{E1DD192D-3298-4B2F-AEB0-EA84566E080A}" srcOrd="0" destOrd="0" presId="urn:microsoft.com/office/officeart/2018/2/layout/IconLabelDescriptionList"/>
    <dgm:cxn modelId="{84CA2487-FBB1-4BA1-BEFC-D5B7388DD3AC}" srcId="{63E08C31-F394-4AC3-9479-C7CE7B339325}" destId="{D9C7093A-0F79-4301-9016-F3EAF3A452C9}" srcOrd="1" destOrd="0" parTransId="{559CC093-67DF-4A17-8DA5-E3D142E2362D}" sibTransId="{CF10FC1D-D539-4380-BE7F-C669AAB6F8BB}"/>
    <dgm:cxn modelId="{25F0E78D-3A78-455B-8787-766EE4E6BC4B}" type="presOf" srcId="{D9C7093A-0F79-4301-9016-F3EAF3A452C9}" destId="{D8C5C7DB-9919-49BB-B0F5-0401E54D1DAD}" srcOrd="0" destOrd="0" presId="urn:microsoft.com/office/officeart/2018/2/layout/IconLabelDescriptionList"/>
    <dgm:cxn modelId="{1AD177AC-E4E7-4707-847F-24292FFFECBB}" type="presOf" srcId="{56524BC6-A993-4D04-84B3-25F92F65BD7C}" destId="{A5C59B39-3498-4CC3-8C8B-9DD6C5A0702B}" srcOrd="0" destOrd="0" presId="urn:microsoft.com/office/officeart/2018/2/layout/IconLabelDescriptionList"/>
    <dgm:cxn modelId="{32BB9DC5-CD5B-440D-AF1C-81B1F065A4F8}" srcId="{63E08C31-F394-4AC3-9479-C7CE7B339325}" destId="{7E5B6F94-3D72-44A4-9A1D-035F79D3B25B}" srcOrd="2" destOrd="0" parTransId="{66294DE1-A909-4905-8919-D990900D4E65}" sibTransId="{EBF6519C-F44B-4AAA-AA0F-20905E7A2073}"/>
    <dgm:cxn modelId="{5C0EC3DB-A66B-4AFE-934F-D8208E1C6C22}" srcId="{5D45D23C-9CE5-4232-8BCD-7F7F44606DDF}" destId="{699F1515-6A24-4289-BE4C-0A7248ED693D}" srcOrd="0" destOrd="0" parTransId="{C866F95B-0FBF-4E73-8351-26784443CD33}" sibTransId="{52FE3208-2B44-4216-8475-B32BCA936576}"/>
    <dgm:cxn modelId="{D95AE3E4-1ABE-4AC0-94DC-93458E5F8ABD}" srcId="{63E08C31-F394-4AC3-9479-C7CE7B339325}" destId="{56524BC6-A993-4D04-84B3-25F92F65BD7C}" srcOrd="3" destOrd="0" parTransId="{ADEAB337-AFD8-45B0-AD67-0CF9D7CA7AD0}" sibTransId="{F93AB192-CF6B-44A8-B79D-5D310A54BF9A}"/>
    <dgm:cxn modelId="{6DEF32FF-A8C0-4202-B561-EC9AA16255CC}" type="presOf" srcId="{63E08C31-F394-4AC3-9479-C7CE7B339325}" destId="{D94E6B43-4DCE-45DF-93AE-0F73055B0942}" srcOrd="0" destOrd="0" presId="urn:microsoft.com/office/officeart/2018/2/layout/IconLabelDescriptionList"/>
    <dgm:cxn modelId="{20531CB6-695B-4EFE-81E5-A8690508A7F4}" type="presParOf" srcId="{D94E6B43-4DCE-45DF-93AE-0F73055B0942}" destId="{CAC7A502-26BB-4A74-949B-3D701FB642E5}" srcOrd="0" destOrd="0" presId="urn:microsoft.com/office/officeart/2018/2/layout/IconLabelDescriptionList"/>
    <dgm:cxn modelId="{0AF02A21-4BF4-4FF5-BC92-278E4910BCCA}" type="presParOf" srcId="{CAC7A502-26BB-4A74-949B-3D701FB642E5}" destId="{22EBD768-DEF7-4455-A98B-BE7F8C26D057}" srcOrd="0" destOrd="0" presId="urn:microsoft.com/office/officeart/2018/2/layout/IconLabelDescriptionList"/>
    <dgm:cxn modelId="{F2417516-33F9-4BBA-B329-8A47D72CE3D0}" type="presParOf" srcId="{CAC7A502-26BB-4A74-949B-3D701FB642E5}" destId="{A6051919-6CCF-4A61-9F1F-820AEA3A4E11}" srcOrd="1" destOrd="0" presId="urn:microsoft.com/office/officeart/2018/2/layout/IconLabelDescriptionList"/>
    <dgm:cxn modelId="{42E14354-1E33-4480-AC48-A45B30039A63}" type="presParOf" srcId="{CAC7A502-26BB-4A74-949B-3D701FB642E5}" destId="{2513BB11-E9C6-435F-AFE4-EA82D656E373}" srcOrd="2" destOrd="0" presId="urn:microsoft.com/office/officeart/2018/2/layout/IconLabelDescriptionList"/>
    <dgm:cxn modelId="{9F53DF74-48E8-4694-A404-250B3A757C44}" type="presParOf" srcId="{CAC7A502-26BB-4A74-949B-3D701FB642E5}" destId="{0F9DBEED-20B2-49DF-AE5F-519A97C475AD}" srcOrd="3" destOrd="0" presId="urn:microsoft.com/office/officeart/2018/2/layout/IconLabelDescriptionList"/>
    <dgm:cxn modelId="{6F639493-37BC-4BC3-94DC-BA34F1CFC48D}" type="presParOf" srcId="{CAC7A502-26BB-4A74-949B-3D701FB642E5}" destId="{E1DD192D-3298-4B2F-AEB0-EA84566E080A}" srcOrd="4" destOrd="0" presId="urn:microsoft.com/office/officeart/2018/2/layout/IconLabelDescriptionList"/>
    <dgm:cxn modelId="{FDF8CF10-ADD5-4C1F-BE07-16B472FD2137}" type="presParOf" srcId="{D94E6B43-4DCE-45DF-93AE-0F73055B0942}" destId="{C1661E1F-73DC-4708-B9B7-295F370A4375}" srcOrd="1" destOrd="0" presId="urn:microsoft.com/office/officeart/2018/2/layout/IconLabelDescriptionList"/>
    <dgm:cxn modelId="{93463200-4FD6-4728-BA59-3DBCD0198668}" type="presParOf" srcId="{D94E6B43-4DCE-45DF-93AE-0F73055B0942}" destId="{23D2B3B6-1134-45C4-B20D-6AAB585B1715}" srcOrd="2" destOrd="0" presId="urn:microsoft.com/office/officeart/2018/2/layout/IconLabelDescriptionList"/>
    <dgm:cxn modelId="{658F0796-901D-4609-838E-9DA7B150C151}" type="presParOf" srcId="{23D2B3B6-1134-45C4-B20D-6AAB585B1715}" destId="{898C2F20-7914-402B-992A-551C890F02D0}" srcOrd="0" destOrd="0" presId="urn:microsoft.com/office/officeart/2018/2/layout/IconLabelDescriptionList"/>
    <dgm:cxn modelId="{9C8CCE62-E54A-4F49-9335-1DED95C5A642}" type="presParOf" srcId="{23D2B3B6-1134-45C4-B20D-6AAB585B1715}" destId="{FB8B6960-E55B-40DB-BCE2-326956C607A9}" srcOrd="1" destOrd="0" presId="urn:microsoft.com/office/officeart/2018/2/layout/IconLabelDescriptionList"/>
    <dgm:cxn modelId="{555061C4-1551-4C39-A16F-6C065BC78839}" type="presParOf" srcId="{23D2B3B6-1134-45C4-B20D-6AAB585B1715}" destId="{D8C5C7DB-9919-49BB-B0F5-0401E54D1DAD}" srcOrd="2" destOrd="0" presId="urn:microsoft.com/office/officeart/2018/2/layout/IconLabelDescriptionList"/>
    <dgm:cxn modelId="{8646DA1B-EE16-48F7-927E-CA3815AD76AF}" type="presParOf" srcId="{23D2B3B6-1134-45C4-B20D-6AAB585B1715}" destId="{CA2A1821-7C1F-4342-98FD-E1A01F3A5F2E}" srcOrd="3" destOrd="0" presId="urn:microsoft.com/office/officeart/2018/2/layout/IconLabelDescriptionList"/>
    <dgm:cxn modelId="{CBE2FC4B-11D1-4816-BFE3-1B4F09C5B670}" type="presParOf" srcId="{23D2B3B6-1134-45C4-B20D-6AAB585B1715}" destId="{347ADDC4-8655-459D-B7F6-68649402F445}" srcOrd="4" destOrd="0" presId="urn:microsoft.com/office/officeart/2018/2/layout/IconLabelDescriptionList"/>
    <dgm:cxn modelId="{3FCD1897-4A07-46B4-A57F-E69D659C2AAF}" type="presParOf" srcId="{D94E6B43-4DCE-45DF-93AE-0F73055B0942}" destId="{D2F5B886-117B-4371-848C-9CB5D61076CC}" srcOrd="3" destOrd="0" presId="urn:microsoft.com/office/officeart/2018/2/layout/IconLabelDescriptionList"/>
    <dgm:cxn modelId="{C67E46F8-0366-4561-9F14-AD878FC87651}" type="presParOf" srcId="{D94E6B43-4DCE-45DF-93AE-0F73055B0942}" destId="{D6B5129D-9AE2-4107-8540-74DA681835AD}" srcOrd="4" destOrd="0" presId="urn:microsoft.com/office/officeart/2018/2/layout/IconLabelDescriptionList"/>
    <dgm:cxn modelId="{C8229B8B-66DD-4AA1-9005-6E8176A87684}" type="presParOf" srcId="{D6B5129D-9AE2-4107-8540-74DA681835AD}" destId="{C9978E16-7D5E-4950-BC63-62B2A84571DE}" srcOrd="0" destOrd="0" presId="urn:microsoft.com/office/officeart/2018/2/layout/IconLabelDescriptionList"/>
    <dgm:cxn modelId="{A915E20D-9450-4470-8A97-7C9E54D338A7}" type="presParOf" srcId="{D6B5129D-9AE2-4107-8540-74DA681835AD}" destId="{FC38E376-A07C-47A9-A310-F73F088D7B0D}" srcOrd="1" destOrd="0" presId="urn:microsoft.com/office/officeart/2018/2/layout/IconLabelDescriptionList"/>
    <dgm:cxn modelId="{317B991D-B3C7-4903-844F-8E2F6A71DBDE}" type="presParOf" srcId="{D6B5129D-9AE2-4107-8540-74DA681835AD}" destId="{2FBBA241-5C5A-4FE8-8963-ABC29507A1DC}" srcOrd="2" destOrd="0" presId="urn:microsoft.com/office/officeart/2018/2/layout/IconLabelDescriptionList"/>
    <dgm:cxn modelId="{820A7F6E-940B-4962-A7B6-3ACC8502B028}" type="presParOf" srcId="{D6B5129D-9AE2-4107-8540-74DA681835AD}" destId="{A63AA4C9-485B-45AB-97A5-D9C8BDE30227}" srcOrd="3" destOrd="0" presId="urn:microsoft.com/office/officeart/2018/2/layout/IconLabelDescriptionList"/>
    <dgm:cxn modelId="{01A823AE-D216-49B3-BCD1-3B478D8B52E7}" type="presParOf" srcId="{D6B5129D-9AE2-4107-8540-74DA681835AD}" destId="{A07E61F6-5781-4C17-8782-A4B7D2E94992}" srcOrd="4" destOrd="0" presId="urn:microsoft.com/office/officeart/2018/2/layout/IconLabelDescriptionList"/>
    <dgm:cxn modelId="{9E6E5C80-45EA-4B70-81F7-289352EC9194}" type="presParOf" srcId="{D94E6B43-4DCE-45DF-93AE-0F73055B0942}" destId="{D8249D91-1509-41DC-A650-97AA0F035636}" srcOrd="5" destOrd="0" presId="urn:microsoft.com/office/officeart/2018/2/layout/IconLabelDescriptionList"/>
    <dgm:cxn modelId="{2397AD2C-639C-4219-9BD9-A05529A6630F}" type="presParOf" srcId="{D94E6B43-4DCE-45DF-93AE-0F73055B0942}" destId="{F553C7FC-6DF2-4615-8C5C-5BBA018BED2C}" srcOrd="6" destOrd="0" presId="urn:microsoft.com/office/officeart/2018/2/layout/IconLabelDescriptionList"/>
    <dgm:cxn modelId="{CCD67A68-DAD5-4ED6-A35D-61881BEB3473}" type="presParOf" srcId="{F553C7FC-6DF2-4615-8C5C-5BBA018BED2C}" destId="{3A4CD091-F826-42A4-B4FA-91FAF9F67DB8}" srcOrd="0" destOrd="0" presId="urn:microsoft.com/office/officeart/2018/2/layout/IconLabelDescriptionList"/>
    <dgm:cxn modelId="{47E05621-0550-469B-A874-3E1BBE7BE10D}" type="presParOf" srcId="{F553C7FC-6DF2-4615-8C5C-5BBA018BED2C}" destId="{7C006238-842C-4FDC-A835-F88B6EC3B5CF}" srcOrd="1" destOrd="0" presId="urn:microsoft.com/office/officeart/2018/2/layout/IconLabelDescriptionList"/>
    <dgm:cxn modelId="{6A8F6E0A-1424-4625-AC65-CB4F1E75AD39}" type="presParOf" srcId="{F553C7FC-6DF2-4615-8C5C-5BBA018BED2C}" destId="{A5C59B39-3498-4CC3-8C8B-9DD6C5A0702B}" srcOrd="2" destOrd="0" presId="urn:microsoft.com/office/officeart/2018/2/layout/IconLabelDescriptionList"/>
    <dgm:cxn modelId="{1730BE7D-F5EE-4A44-B252-092AB346FBB3}" type="presParOf" srcId="{F553C7FC-6DF2-4615-8C5C-5BBA018BED2C}" destId="{CA346CBC-4858-4F9F-A565-A2019706B721}" srcOrd="3" destOrd="0" presId="urn:microsoft.com/office/officeart/2018/2/layout/IconLabelDescriptionList"/>
    <dgm:cxn modelId="{A22E0DED-D6C9-4312-8A2A-C17F12A90A13}" type="presParOf" srcId="{F553C7FC-6DF2-4615-8C5C-5BBA018BED2C}" destId="{865D6BD6-A914-44B4-9861-2D50E219C58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224800-80F4-41E1-94A7-592F8D6CBBA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C029EF-1DDC-49CC-9A18-2DC7FFC521BD}">
      <dgm:prSet/>
      <dgm:spPr/>
      <dgm:t>
        <a:bodyPr/>
        <a:lstStyle/>
        <a:p>
          <a:r>
            <a:rPr lang="en-US"/>
            <a:t>Flutter 3.x — Android nativo, gama media-baja</a:t>
          </a:r>
        </a:p>
      </dgm:t>
    </dgm:pt>
    <dgm:pt modelId="{4383701E-8CC9-42FF-9517-747E45954FB1}" type="parTrans" cxnId="{42D90835-CD2B-482A-85F8-C0F9A2980D98}">
      <dgm:prSet/>
      <dgm:spPr/>
      <dgm:t>
        <a:bodyPr/>
        <a:lstStyle/>
        <a:p>
          <a:endParaRPr lang="en-US"/>
        </a:p>
      </dgm:t>
    </dgm:pt>
    <dgm:pt modelId="{6AA10E68-B509-4B3F-AB87-9290792D5C09}" type="sibTrans" cxnId="{42D90835-CD2B-482A-85F8-C0F9A2980D98}">
      <dgm:prSet/>
      <dgm:spPr/>
      <dgm:t>
        <a:bodyPr/>
        <a:lstStyle/>
        <a:p>
          <a:endParaRPr lang="en-US"/>
        </a:p>
      </dgm:t>
    </dgm:pt>
    <dgm:pt modelId="{D54E0962-221C-4CF5-A6AC-B56A0B38F041}">
      <dgm:prSet/>
      <dgm:spPr/>
      <dgm:t>
        <a:bodyPr/>
        <a:lstStyle/>
        <a:p>
          <a:r>
            <a:rPr lang="en-US"/>
            <a:t>Python 3.11 + FastAPI — scoring cognitivo local</a:t>
          </a:r>
        </a:p>
      </dgm:t>
    </dgm:pt>
    <dgm:pt modelId="{5DE893B6-752D-4DDB-99CA-BA0DE97581B7}" type="parTrans" cxnId="{E476BE9C-AD31-4B6C-840D-CEBC50494B14}">
      <dgm:prSet/>
      <dgm:spPr/>
      <dgm:t>
        <a:bodyPr/>
        <a:lstStyle/>
        <a:p>
          <a:endParaRPr lang="en-US"/>
        </a:p>
      </dgm:t>
    </dgm:pt>
    <dgm:pt modelId="{25A85563-9897-47FE-A443-86F939419071}" type="sibTrans" cxnId="{E476BE9C-AD31-4B6C-840D-CEBC50494B14}">
      <dgm:prSet/>
      <dgm:spPr/>
      <dgm:t>
        <a:bodyPr/>
        <a:lstStyle/>
        <a:p>
          <a:endParaRPr lang="en-US"/>
        </a:p>
      </dgm:t>
    </dgm:pt>
    <dgm:pt modelId="{F9A4C492-8163-48AD-9022-6E24694892C0}">
      <dgm:prSet/>
      <dgm:spPr/>
      <dgm:t>
        <a:bodyPr/>
        <a:lstStyle/>
        <a:p>
          <a:r>
            <a:rPr lang="en-US"/>
            <a:t>OpenAI API — solo redacción del reporte en lenguaje natural</a:t>
          </a:r>
        </a:p>
      </dgm:t>
    </dgm:pt>
    <dgm:pt modelId="{8A31E098-99D9-4C7A-91E2-FEFACEBF8C35}" type="parTrans" cxnId="{E880C037-CE08-4688-B71A-FA6839FA64B8}">
      <dgm:prSet/>
      <dgm:spPr/>
      <dgm:t>
        <a:bodyPr/>
        <a:lstStyle/>
        <a:p>
          <a:endParaRPr lang="en-US"/>
        </a:p>
      </dgm:t>
    </dgm:pt>
    <dgm:pt modelId="{815EDA46-E3B0-4CE7-A871-8873FFBDAE4F}" type="sibTrans" cxnId="{E880C037-CE08-4688-B71A-FA6839FA64B8}">
      <dgm:prSet/>
      <dgm:spPr/>
      <dgm:t>
        <a:bodyPr/>
        <a:lstStyle/>
        <a:p>
          <a:endParaRPr lang="en-US"/>
        </a:p>
      </dgm:t>
    </dgm:pt>
    <dgm:pt modelId="{27846C51-8A49-44A4-A0C6-C868B9C729FC}">
      <dgm:prSet/>
      <dgm:spPr/>
      <dgm:t>
        <a:bodyPr/>
        <a:lstStyle/>
        <a:p>
          <a:r>
            <a:rPr lang="en-US"/>
            <a:t>Firebase Auth — identidad separada de métricas</a:t>
          </a:r>
        </a:p>
      </dgm:t>
    </dgm:pt>
    <dgm:pt modelId="{4B455BB8-50D2-4F48-905B-B0F42A697746}" type="parTrans" cxnId="{E405948A-4DD0-47E3-A311-0B7C2B16E5BE}">
      <dgm:prSet/>
      <dgm:spPr/>
      <dgm:t>
        <a:bodyPr/>
        <a:lstStyle/>
        <a:p>
          <a:endParaRPr lang="en-US"/>
        </a:p>
      </dgm:t>
    </dgm:pt>
    <dgm:pt modelId="{41D6B37F-51C6-4788-9725-5ED21E45488C}" type="sibTrans" cxnId="{E405948A-4DD0-47E3-A311-0B7C2B16E5BE}">
      <dgm:prSet/>
      <dgm:spPr/>
      <dgm:t>
        <a:bodyPr/>
        <a:lstStyle/>
        <a:p>
          <a:endParaRPr lang="en-US"/>
        </a:p>
      </dgm:t>
    </dgm:pt>
    <dgm:pt modelId="{1CE60462-33B8-D644-8394-2D9DC2ABCA78}" type="pres">
      <dgm:prSet presAssocID="{D4224800-80F4-41E1-94A7-592F8D6CBBA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6DA7C7-82B2-4E4E-ABD4-05D383D60A43}" type="pres">
      <dgm:prSet presAssocID="{EFC029EF-1DDC-49CC-9A18-2DC7FFC521BD}" presName="hierRoot1" presStyleCnt="0"/>
      <dgm:spPr/>
    </dgm:pt>
    <dgm:pt modelId="{AEBA6E42-7F11-2B49-BFDB-27518F132E50}" type="pres">
      <dgm:prSet presAssocID="{EFC029EF-1DDC-49CC-9A18-2DC7FFC521BD}" presName="composite" presStyleCnt="0"/>
      <dgm:spPr/>
    </dgm:pt>
    <dgm:pt modelId="{F23D454A-7E62-0643-A6A7-B707DBAC168A}" type="pres">
      <dgm:prSet presAssocID="{EFC029EF-1DDC-49CC-9A18-2DC7FFC521BD}" presName="background" presStyleLbl="node0" presStyleIdx="0" presStyleCnt="4"/>
      <dgm:spPr/>
    </dgm:pt>
    <dgm:pt modelId="{36511A45-A553-3B48-A3D3-5653C168085D}" type="pres">
      <dgm:prSet presAssocID="{EFC029EF-1DDC-49CC-9A18-2DC7FFC521BD}" presName="text" presStyleLbl="fgAcc0" presStyleIdx="0" presStyleCnt="4">
        <dgm:presLayoutVars>
          <dgm:chPref val="3"/>
        </dgm:presLayoutVars>
      </dgm:prSet>
      <dgm:spPr/>
    </dgm:pt>
    <dgm:pt modelId="{7CC23BFA-CB90-DD4B-B2A4-01ED24E074B6}" type="pres">
      <dgm:prSet presAssocID="{EFC029EF-1DDC-49CC-9A18-2DC7FFC521BD}" presName="hierChild2" presStyleCnt="0"/>
      <dgm:spPr/>
    </dgm:pt>
    <dgm:pt modelId="{849902BD-C92E-2C4E-9CED-4C71C26A4010}" type="pres">
      <dgm:prSet presAssocID="{D54E0962-221C-4CF5-A6AC-B56A0B38F041}" presName="hierRoot1" presStyleCnt="0"/>
      <dgm:spPr/>
    </dgm:pt>
    <dgm:pt modelId="{2C78ABBC-DCC3-8B48-BAE7-EE1C5F7D997E}" type="pres">
      <dgm:prSet presAssocID="{D54E0962-221C-4CF5-A6AC-B56A0B38F041}" presName="composite" presStyleCnt="0"/>
      <dgm:spPr/>
    </dgm:pt>
    <dgm:pt modelId="{E5FB41AC-7A08-BE44-A237-3ECD0A2F53F8}" type="pres">
      <dgm:prSet presAssocID="{D54E0962-221C-4CF5-A6AC-B56A0B38F041}" presName="background" presStyleLbl="node0" presStyleIdx="1" presStyleCnt="4"/>
      <dgm:spPr/>
    </dgm:pt>
    <dgm:pt modelId="{81FFED8E-4F7C-0F44-8522-C1259EC0A365}" type="pres">
      <dgm:prSet presAssocID="{D54E0962-221C-4CF5-A6AC-B56A0B38F041}" presName="text" presStyleLbl="fgAcc0" presStyleIdx="1" presStyleCnt="4">
        <dgm:presLayoutVars>
          <dgm:chPref val="3"/>
        </dgm:presLayoutVars>
      </dgm:prSet>
      <dgm:spPr/>
    </dgm:pt>
    <dgm:pt modelId="{3A109C17-FAA8-1D43-A6B0-14E6AD0218C4}" type="pres">
      <dgm:prSet presAssocID="{D54E0962-221C-4CF5-A6AC-B56A0B38F041}" presName="hierChild2" presStyleCnt="0"/>
      <dgm:spPr/>
    </dgm:pt>
    <dgm:pt modelId="{D226A590-4297-A347-B109-07591500BA6C}" type="pres">
      <dgm:prSet presAssocID="{F9A4C492-8163-48AD-9022-6E24694892C0}" presName="hierRoot1" presStyleCnt="0"/>
      <dgm:spPr/>
    </dgm:pt>
    <dgm:pt modelId="{7BAC38A2-8A3A-714F-993B-A32532892246}" type="pres">
      <dgm:prSet presAssocID="{F9A4C492-8163-48AD-9022-6E24694892C0}" presName="composite" presStyleCnt="0"/>
      <dgm:spPr/>
    </dgm:pt>
    <dgm:pt modelId="{996EFAE5-8BAE-6444-9748-6D8F3C2AD3AE}" type="pres">
      <dgm:prSet presAssocID="{F9A4C492-8163-48AD-9022-6E24694892C0}" presName="background" presStyleLbl="node0" presStyleIdx="2" presStyleCnt="4"/>
      <dgm:spPr/>
    </dgm:pt>
    <dgm:pt modelId="{273416AD-4A65-6545-B9E1-1B9EF4F336D0}" type="pres">
      <dgm:prSet presAssocID="{F9A4C492-8163-48AD-9022-6E24694892C0}" presName="text" presStyleLbl="fgAcc0" presStyleIdx="2" presStyleCnt="4">
        <dgm:presLayoutVars>
          <dgm:chPref val="3"/>
        </dgm:presLayoutVars>
      </dgm:prSet>
      <dgm:spPr/>
    </dgm:pt>
    <dgm:pt modelId="{836336C5-7463-724A-A9D4-471406779FDE}" type="pres">
      <dgm:prSet presAssocID="{F9A4C492-8163-48AD-9022-6E24694892C0}" presName="hierChild2" presStyleCnt="0"/>
      <dgm:spPr/>
    </dgm:pt>
    <dgm:pt modelId="{215418EF-EC02-2043-86EB-494BE8B86BBD}" type="pres">
      <dgm:prSet presAssocID="{27846C51-8A49-44A4-A0C6-C868B9C729FC}" presName="hierRoot1" presStyleCnt="0"/>
      <dgm:spPr/>
    </dgm:pt>
    <dgm:pt modelId="{468B6579-BB86-704D-B4EE-77062C53604A}" type="pres">
      <dgm:prSet presAssocID="{27846C51-8A49-44A4-A0C6-C868B9C729FC}" presName="composite" presStyleCnt="0"/>
      <dgm:spPr/>
    </dgm:pt>
    <dgm:pt modelId="{C4175965-78BE-D54D-AA2B-320E76662BDB}" type="pres">
      <dgm:prSet presAssocID="{27846C51-8A49-44A4-A0C6-C868B9C729FC}" presName="background" presStyleLbl="node0" presStyleIdx="3" presStyleCnt="4"/>
      <dgm:spPr/>
    </dgm:pt>
    <dgm:pt modelId="{260DF4B6-CAF1-E94B-866F-CA3BC59DDF92}" type="pres">
      <dgm:prSet presAssocID="{27846C51-8A49-44A4-A0C6-C868B9C729FC}" presName="text" presStyleLbl="fgAcc0" presStyleIdx="3" presStyleCnt="4">
        <dgm:presLayoutVars>
          <dgm:chPref val="3"/>
        </dgm:presLayoutVars>
      </dgm:prSet>
      <dgm:spPr/>
    </dgm:pt>
    <dgm:pt modelId="{48293D4D-5792-6D4A-8584-C0CAE4FD4822}" type="pres">
      <dgm:prSet presAssocID="{27846C51-8A49-44A4-A0C6-C868B9C729FC}" presName="hierChild2" presStyleCnt="0"/>
      <dgm:spPr/>
    </dgm:pt>
  </dgm:ptLst>
  <dgm:cxnLst>
    <dgm:cxn modelId="{EE24BD18-41CA-1A47-A94C-48CFAEE0C14F}" type="presOf" srcId="{D54E0962-221C-4CF5-A6AC-B56A0B38F041}" destId="{81FFED8E-4F7C-0F44-8522-C1259EC0A365}" srcOrd="0" destOrd="0" presId="urn:microsoft.com/office/officeart/2005/8/layout/hierarchy1"/>
    <dgm:cxn modelId="{D2DD101C-55BF-7342-84C0-06A4E1C8158E}" type="presOf" srcId="{F9A4C492-8163-48AD-9022-6E24694892C0}" destId="{273416AD-4A65-6545-B9E1-1B9EF4F336D0}" srcOrd="0" destOrd="0" presId="urn:microsoft.com/office/officeart/2005/8/layout/hierarchy1"/>
    <dgm:cxn modelId="{42D90835-CD2B-482A-85F8-C0F9A2980D98}" srcId="{D4224800-80F4-41E1-94A7-592F8D6CBBA0}" destId="{EFC029EF-1DDC-49CC-9A18-2DC7FFC521BD}" srcOrd="0" destOrd="0" parTransId="{4383701E-8CC9-42FF-9517-747E45954FB1}" sibTransId="{6AA10E68-B509-4B3F-AB87-9290792D5C09}"/>
    <dgm:cxn modelId="{E880C037-CE08-4688-B71A-FA6839FA64B8}" srcId="{D4224800-80F4-41E1-94A7-592F8D6CBBA0}" destId="{F9A4C492-8163-48AD-9022-6E24694892C0}" srcOrd="2" destOrd="0" parTransId="{8A31E098-99D9-4C7A-91E2-FEFACEBF8C35}" sibTransId="{815EDA46-E3B0-4CE7-A871-8873FFBDAE4F}"/>
    <dgm:cxn modelId="{F8795455-5537-9C44-B50C-1B56221D6E17}" type="presOf" srcId="{27846C51-8A49-44A4-A0C6-C868B9C729FC}" destId="{260DF4B6-CAF1-E94B-866F-CA3BC59DDF92}" srcOrd="0" destOrd="0" presId="urn:microsoft.com/office/officeart/2005/8/layout/hierarchy1"/>
    <dgm:cxn modelId="{576F2E79-AA8A-8F4B-8C80-26272A6BF74D}" type="presOf" srcId="{EFC029EF-1DDC-49CC-9A18-2DC7FFC521BD}" destId="{36511A45-A553-3B48-A3D3-5653C168085D}" srcOrd="0" destOrd="0" presId="urn:microsoft.com/office/officeart/2005/8/layout/hierarchy1"/>
    <dgm:cxn modelId="{E405948A-4DD0-47E3-A311-0B7C2B16E5BE}" srcId="{D4224800-80F4-41E1-94A7-592F8D6CBBA0}" destId="{27846C51-8A49-44A4-A0C6-C868B9C729FC}" srcOrd="3" destOrd="0" parTransId="{4B455BB8-50D2-4F48-905B-B0F42A697746}" sibTransId="{41D6B37F-51C6-4788-9725-5ED21E45488C}"/>
    <dgm:cxn modelId="{E476BE9C-AD31-4B6C-840D-CEBC50494B14}" srcId="{D4224800-80F4-41E1-94A7-592F8D6CBBA0}" destId="{D54E0962-221C-4CF5-A6AC-B56A0B38F041}" srcOrd="1" destOrd="0" parTransId="{5DE893B6-752D-4DDB-99CA-BA0DE97581B7}" sibTransId="{25A85563-9897-47FE-A443-86F939419071}"/>
    <dgm:cxn modelId="{49B117BA-4F9E-7149-97FB-052CB65B39E3}" type="presOf" srcId="{D4224800-80F4-41E1-94A7-592F8D6CBBA0}" destId="{1CE60462-33B8-D644-8394-2D9DC2ABCA78}" srcOrd="0" destOrd="0" presId="urn:microsoft.com/office/officeart/2005/8/layout/hierarchy1"/>
    <dgm:cxn modelId="{411734F3-7182-EC4B-8BE4-4649CFF78937}" type="presParOf" srcId="{1CE60462-33B8-D644-8394-2D9DC2ABCA78}" destId="{306DA7C7-82B2-4E4E-ABD4-05D383D60A43}" srcOrd="0" destOrd="0" presId="urn:microsoft.com/office/officeart/2005/8/layout/hierarchy1"/>
    <dgm:cxn modelId="{D67A487D-924B-3440-B0B4-F7A2469AB191}" type="presParOf" srcId="{306DA7C7-82B2-4E4E-ABD4-05D383D60A43}" destId="{AEBA6E42-7F11-2B49-BFDB-27518F132E50}" srcOrd="0" destOrd="0" presId="urn:microsoft.com/office/officeart/2005/8/layout/hierarchy1"/>
    <dgm:cxn modelId="{0215DDAC-368F-104A-82C7-5238A8070996}" type="presParOf" srcId="{AEBA6E42-7F11-2B49-BFDB-27518F132E50}" destId="{F23D454A-7E62-0643-A6A7-B707DBAC168A}" srcOrd="0" destOrd="0" presId="urn:microsoft.com/office/officeart/2005/8/layout/hierarchy1"/>
    <dgm:cxn modelId="{211C955D-4147-C64D-95C2-3596EB8076A5}" type="presParOf" srcId="{AEBA6E42-7F11-2B49-BFDB-27518F132E50}" destId="{36511A45-A553-3B48-A3D3-5653C168085D}" srcOrd="1" destOrd="0" presId="urn:microsoft.com/office/officeart/2005/8/layout/hierarchy1"/>
    <dgm:cxn modelId="{1A0F1EE2-AFAD-9145-9104-D3F219778371}" type="presParOf" srcId="{306DA7C7-82B2-4E4E-ABD4-05D383D60A43}" destId="{7CC23BFA-CB90-DD4B-B2A4-01ED24E074B6}" srcOrd="1" destOrd="0" presId="urn:microsoft.com/office/officeart/2005/8/layout/hierarchy1"/>
    <dgm:cxn modelId="{D02581C6-1683-114A-BD29-C687553BCABC}" type="presParOf" srcId="{1CE60462-33B8-D644-8394-2D9DC2ABCA78}" destId="{849902BD-C92E-2C4E-9CED-4C71C26A4010}" srcOrd="1" destOrd="0" presId="urn:microsoft.com/office/officeart/2005/8/layout/hierarchy1"/>
    <dgm:cxn modelId="{6E4D0893-7848-6443-BA00-FAFB85BC7656}" type="presParOf" srcId="{849902BD-C92E-2C4E-9CED-4C71C26A4010}" destId="{2C78ABBC-DCC3-8B48-BAE7-EE1C5F7D997E}" srcOrd="0" destOrd="0" presId="urn:microsoft.com/office/officeart/2005/8/layout/hierarchy1"/>
    <dgm:cxn modelId="{4F7E9279-35B0-B94D-A80B-ECD95605A54E}" type="presParOf" srcId="{2C78ABBC-DCC3-8B48-BAE7-EE1C5F7D997E}" destId="{E5FB41AC-7A08-BE44-A237-3ECD0A2F53F8}" srcOrd="0" destOrd="0" presId="urn:microsoft.com/office/officeart/2005/8/layout/hierarchy1"/>
    <dgm:cxn modelId="{926E538F-F75C-A544-9AF7-037C6F6116E5}" type="presParOf" srcId="{2C78ABBC-DCC3-8B48-BAE7-EE1C5F7D997E}" destId="{81FFED8E-4F7C-0F44-8522-C1259EC0A365}" srcOrd="1" destOrd="0" presId="urn:microsoft.com/office/officeart/2005/8/layout/hierarchy1"/>
    <dgm:cxn modelId="{5017AEC6-38E3-C342-BAFC-961A6AE6685F}" type="presParOf" srcId="{849902BD-C92E-2C4E-9CED-4C71C26A4010}" destId="{3A109C17-FAA8-1D43-A6B0-14E6AD0218C4}" srcOrd="1" destOrd="0" presId="urn:microsoft.com/office/officeart/2005/8/layout/hierarchy1"/>
    <dgm:cxn modelId="{E4026B15-A6A6-7C4B-9479-E9C1BC4BC624}" type="presParOf" srcId="{1CE60462-33B8-D644-8394-2D9DC2ABCA78}" destId="{D226A590-4297-A347-B109-07591500BA6C}" srcOrd="2" destOrd="0" presId="urn:microsoft.com/office/officeart/2005/8/layout/hierarchy1"/>
    <dgm:cxn modelId="{9AE7671F-6380-2E45-86E8-E4DB9DE7C491}" type="presParOf" srcId="{D226A590-4297-A347-B109-07591500BA6C}" destId="{7BAC38A2-8A3A-714F-993B-A32532892246}" srcOrd="0" destOrd="0" presId="urn:microsoft.com/office/officeart/2005/8/layout/hierarchy1"/>
    <dgm:cxn modelId="{F8237C69-CDB2-5A4E-AF66-BB4EEAC73607}" type="presParOf" srcId="{7BAC38A2-8A3A-714F-993B-A32532892246}" destId="{996EFAE5-8BAE-6444-9748-6D8F3C2AD3AE}" srcOrd="0" destOrd="0" presId="urn:microsoft.com/office/officeart/2005/8/layout/hierarchy1"/>
    <dgm:cxn modelId="{0B017071-6154-1B42-AC05-767C7AFAEF05}" type="presParOf" srcId="{7BAC38A2-8A3A-714F-993B-A32532892246}" destId="{273416AD-4A65-6545-B9E1-1B9EF4F336D0}" srcOrd="1" destOrd="0" presId="urn:microsoft.com/office/officeart/2005/8/layout/hierarchy1"/>
    <dgm:cxn modelId="{BDCB5DF6-0B36-F94E-9F72-B9EADFB17374}" type="presParOf" srcId="{D226A590-4297-A347-B109-07591500BA6C}" destId="{836336C5-7463-724A-A9D4-471406779FDE}" srcOrd="1" destOrd="0" presId="urn:microsoft.com/office/officeart/2005/8/layout/hierarchy1"/>
    <dgm:cxn modelId="{1ED1AD58-8E68-8045-A2D2-23635D86CF0C}" type="presParOf" srcId="{1CE60462-33B8-D644-8394-2D9DC2ABCA78}" destId="{215418EF-EC02-2043-86EB-494BE8B86BBD}" srcOrd="3" destOrd="0" presId="urn:microsoft.com/office/officeart/2005/8/layout/hierarchy1"/>
    <dgm:cxn modelId="{F7FCCD7E-6166-CF43-AB34-22C81896FD2E}" type="presParOf" srcId="{215418EF-EC02-2043-86EB-494BE8B86BBD}" destId="{468B6579-BB86-704D-B4EE-77062C53604A}" srcOrd="0" destOrd="0" presId="urn:microsoft.com/office/officeart/2005/8/layout/hierarchy1"/>
    <dgm:cxn modelId="{888E3088-D8BE-AC4A-80A8-D0076A2C5488}" type="presParOf" srcId="{468B6579-BB86-704D-B4EE-77062C53604A}" destId="{C4175965-78BE-D54D-AA2B-320E76662BDB}" srcOrd="0" destOrd="0" presId="urn:microsoft.com/office/officeart/2005/8/layout/hierarchy1"/>
    <dgm:cxn modelId="{EBC242A4-BB7C-E641-B613-300BC59D320E}" type="presParOf" srcId="{468B6579-BB86-704D-B4EE-77062C53604A}" destId="{260DF4B6-CAF1-E94B-866F-CA3BC59DDF92}" srcOrd="1" destOrd="0" presId="urn:microsoft.com/office/officeart/2005/8/layout/hierarchy1"/>
    <dgm:cxn modelId="{01E003E7-49F4-1D4E-931C-C359BDFFCA05}" type="presParOf" srcId="{215418EF-EC02-2043-86EB-494BE8B86BBD}" destId="{48293D4D-5792-6D4A-8584-C0CAE4FD482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C4914F-0034-4038-9DD6-4C8B2CC6137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D7B758-8CED-4C08-B831-FF541A5794C7}">
      <dgm:prSet/>
      <dgm:spPr/>
      <dgm:t>
        <a:bodyPr/>
        <a:lstStyle/>
        <a:p>
          <a:r>
            <a:rPr lang="es-CL" b="1"/>
            <a:t>Identidad separada</a:t>
          </a:r>
          <a:endParaRPr lang="en-US"/>
        </a:p>
      </dgm:t>
    </dgm:pt>
    <dgm:pt modelId="{96CFDC5B-C8B9-44DF-9C0E-FA936B0D3235}" type="parTrans" cxnId="{CEDE3943-F4F1-4B82-BC1F-BD6D50F02D71}">
      <dgm:prSet/>
      <dgm:spPr/>
      <dgm:t>
        <a:bodyPr/>
        <a:lstStyle/>
        <a:p>
          <a:endParaRPr lang="en-US"/>
        </a:p>
      </dgm:t>
    </dgm:pt>
    <dgm:pt modelId="{BCE6D10B-F7B7-4017-AC9C-7BBD46CC0D98}" type="sibTrans" cxnId="{CEDE3943-F4F1-4B82-BC1F-BD6D50F02D71}">
      <dgm:prSet/>
      <dgm:spPr/>
      <dgm:t>
        <a:bodyPr/>
        <a:lstStyle/>
        <a:p>
          <a:endParaRPr lang="en-US"/>
        </a:p>
      </dgm:t>
    </dgm:pt>
    <dgm:pt modelId="{B80DB232-9A7A-4EF2-9EDD-1EC57125E955}">
      <dgm:prSet/>
      <dgm:spPr/>
      <dgm:t>
        <a:bodyPr/>
        <a:lstStyle/>
        <a:p>
          <a:r>
            <a:rPr lang="en-US" dirty="0"/>
            <a:t>Firebase Auth </a:t>
          </a:r>
          <a:r>
            <a:rPr lang="en-US" dirty="0" err="1"/>
            <a:t>maneja</a:t>
          </a:r>
          <a:r>
            <a:rPr lang="en-US" dirty="0"/>
            <a:t> email/UID. Firestore </a:t>
          </a:r>
          <a:r>
            <a:rPr lang="en-US" dirty="0" err="1"/>
            <a:t>maneja</a:t>
          </a:r>
          <a:r>
            <a:rPr lang="en-US" dirty="0"/>
            <a:t> </a:t>
          </a:r>
          <a:r>
            <a:rPr lang="en-US" dirty="0" err="1"/>
            <a:t>métricas</a:t>
          </a:r>
          <a:r>
            <a:rPr lang="en-US" dirty="0"/>
            <a:t> </a:t>
          </a:r>
          <a:r>
            <a:rPr lang="en-US" dirty="0" err="1"/>
            <a:t>cognitivas</a:t>
          </a:r>
          <a:r>
            <a:rPr lang="en-US" dirty="0"/>
            <a:t>. Nunca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mismo</a:t>
          </a:r>
          <a:r>
            <a:rPr lang="en-US" dirty="0"/>
            <a:t> </a:t>
          </a:r>
          <a:r>
            <a:rPr lang="en-US" dirty="0" err="1"/>
            <a:t>documento</a:t>
          </a:r>
          <a:r>
            <a:rPr lang="en-US" dirty="0"/>
            <a:t>.</a:t>
          </a:r>
        </a:p>
      </dgm:t>
    </dgm:pt>
    <dgm:pt modelId="{11462BDB-15DF-4F21-AA70-751A5C6B068A}" type="parTrans" cxnId="{67946354-E699-4E7A-B9E7-592F7EC62B01}">
      <dgm:prSet/>
      <dgm:spPr/>
      <dgm:t>
        <a:bodyPr/>
        <a:lstStyle/>
        <a:p>
          <a:endParaRPr lang="en-US"/>
        </a:p>
      </dgm:t>
    </dgm:pt>
    <dgm:pt modelId="{EC5264CC-F2A5-418B-A16E-1C02EC30EFDB}" type="sibTrans" cxnId="{67946354-E699-4E7A-B9E7-592F7EC62B01}">
      <dgm:prSet/>
      <dgm:spPr/>
      <dgm:t>
        <a:bodyPr/>
        <a:lstStyle/>
        <a:p>
          <a:endParaRPr lang="en-US"/>
        </a:p>
      </dgm:t>
    </dgm:pt>
    <dgm:pt modelId="{70F2640D-788B-4820-B33E-FB02591CDA5B}">
      <dgm:prSet/>
      <dgm:spPr/>
      <dgm:t>
        <a:bodyPr/>
        <a:lstStyle/>
        <a:p>
          <a:r>
            <a:rPr lang="es-CL" b="1"/>
            <a:t>Reporte Local</a:t>
          </a:r>
          <a:endParaRPr lang="en-US"/>
        </a:p>
      </dgm:t>
    </dgm:pt>
    <dgm:pt modelId="{E5003989-DA4B-4135-AF37-08D0F4690CAE}" type="parTrans" cxnId="{11653526-5820-48A2-8C49-FEDA286D5585}">
      <dgm:prSet/>
      <dgm:spPr/>
      <dgm:t>
        <a:bodyPr/>
        <a:lstStyle/>
        <a:p>
          <a:endParaRPr lang="en-US"/>
        </a:p>
      </dgm:t>
    </dgm:pt>
    <dgm:pt modelId="{F238D20A-69A0-4EB2-94ED-6C535A01FD84}" type="sibTrans" cxnId="{11653526-5820-48A2-8C49-FEDA286D5585}">
      <dgm:prSet/>
      <dgm:spPr/>
      <dgm:t>
        <a:bodyPr/>
        <a:lstStyle/>
        <a:p>
          <a:endParaRPr lang="en-US"/>
        </a:p>
      </dgm:t>
    </dgm:pt>
    <dgm:pt modelId="{7DB65B8A-D365-4D32-9377-638F5255FEF2}">
      <dgm:prSet/>
      <dgm:spPr/>
      <dgm:t>
        <a:bodyPr/>
        <a:lstStyle/>
        <a:p>
          <a:r>
            <a:rPr lang="en-US"/>
            <a:t>Los reportes PDF se generan en el dispositivo del cuidador. No se almacenan en la nube.</a:t>
          </a:r>
        </a:p>
      </dgm:t>
    </dgm:pt>
    <dgm:pt modelId="{BCEB12F9-5562-4E39-8A12-DA38B1A86A40}" type="parTrans" cxnId="{7E01B01F-8A2A-4239-9D93-7D89A52A52E1}">
      <dgm:prSet/>
      <dgm:spPr/>
      <dgm:t>
        <a:bodyPr/>
        <a:lstStyle/>
        <a:p>
          <a:endParaRPr lang="en-US"/>
        </a:p>
      </dgm:t>
    </dgm:pt>
    <dgm:pt modelId="{50D61980-E94F-45F7-B683-1632363519D1}" type="sibTrans" cxnId="{7E01B01F-8A2A-4239-9D93-7D89A52A52E1}">
      <dgm:prSet/>
      <dgm:spPr/>
      <dgm:t>
        <a:bodyPr/>
        <a:lstStyle/>
        <a:p>
          <a:endParaRPr lang="en-US"/>
        </a:p>
      </dgm:t>
    </dgm:pt>
    <dgm:pt modelId="{932A5EEE-7CFD-4DF8-840D-C7FC06AA5215}">
      <dgm:prSet/>
      <dgm:spPr/>
      <dgm:t>
        <a:bodyPr/>
        <a:lstStyle/>
        <a:p>
          <a:r>
            <a:rPr lang="es-CL" b="1"/>
            <a:t>Consentimiento granular</a:t>
          </a:r>
          <a:endParaRPr lang="en-US"/>
        </a:p>
      </dgm:t>
    </dgm:pt>
    <dgm:pt modelId="{0576C01A-CBF4-4C2E-B579-1D2167CD4FDC}" type="parTrans" cxnId="{09B8A416-1D9C-437A-A115-E92433B8E5E6}">
      <dgm:prSet/>
      <dgm:spPr/>
      <dgm:t>
        <a:bodyPr/>
        <a:lstStyle/>
        <a:p>
          <a:endParaRPr lang="en-US"/>
        </a:p>
      </dgm:t>
    </dgm:pt>
    <dgm:pt modelId="{84BD6864-D4F3-4AF8-B42B-8AA276D07B3F}" type="sibTrans" cxnId="{09B8A416-1D9C-437A-A115-E92433B8E5E6}">
      <dgm:prSet/>
      <dgm:spPr/>
      <dgm:t>
        <a:bodyPr/>
        <a:lstStyle/>
        <a:p>
          <a:endParaRPr lang="en-US"/>
        </a:p>
      </dgm:t>
    </dgm:pt>
    <dgm:pt modelId="{5E49FD42-668F-45D4-BA14-9AA82E313966}">
      <dgm:prSet/>
      <dgm:spPr/>
      <dgm:t>
        <a:bodyPr/>
        <a:lstStyle/>
        <a:p>
          <a:r>
            <a:rPr lang="en-US"/>
            <a:t>Cada modo activa solo los datos que requiere. El usuario elige exactamente qué autoriza.</a:t>
          </a:r>
        </a:p>
      </dgm:t>
    </dgm:pt>
    <dgm:pt modelId="{23BB50A6-7D29-43CB-BA83-25F1442D82F2}" type="parTrans" cxnId="{E591968B-9789-449B-A686-0D650881D5C4}">
      <dgm:prSet/>
      <dgm:spPr/>
      <dgm:t>
        <a:bodyPr/>
        <a:lstStyle/>
        <a:p>
          <a:endParaRPr lang="en-US"/>
        </a:p>
      </dgm:t>
    </dgm:pt>
    <dgm:pt modelId="{7FD8F90F-C7D3-4348-AFE2-99FA5D9EE136}" type="sibTrans" cxnId="{E591968B-9789-449B-A686-0D650881D5C4}">
      <dgm:prSet/>
      <dgm:spPr/>
      <dgm:t>
        <a:bodyPr/>
        <a:lstStyle/>
        <a:p>
          <a:endParaRPr lang="en-US"/>
        </a:p>
      </dgm:t>
    </dgm:pt>
    <dgm:pt modelId="{59DBF14E-E1EE-45CF-86C8-DE96AD49FE04}">
      <dgm:prSet/>
      <dgm:spPr/>
      <dgm:t>
        <a:bodyPr/>
        <a:lstStyle/>
        <a:p>
          <a:r>
            <a:rPr lang="es-CL" b="1" dirty="0"/>
            <a:t>OpenAI</a:t>
          </a:r>
          <a:endParaRPr lang="en-US" dirty="0"/>
        </a:p>
      </dgm:t>
    </dgm:pt>
    <dgm:pt modelId="{090802E0-5255-4495-AE29-A26E542E88D8}" type="parTrans" cxnId="{3633FDBC-CEFE-4CDC-A3FA-7D6BC8318B0C}">
      <dgm:prSet/>
      <dgm:spPr/>
      <dgm:t>
        <a:bodyPr/>
        <a:lstStyle/>
        <a:p>
          <a:endParaRPr lang="en-US"/>
        </a:p>
      </dgm:t>
    </dgm:pt>
    <dgm:pt modelId="{A1E84DF6-1976-47A4-BA01-8544F76EE704}" type="sibTrans" cxnId="{3633FDBC-CEFE-4CDC-A3FA-7D6BC8318B0C}">
      <dgm:prSet/>
      <dgm:spPr/>
      <dgm:t>
        <a:bodyPr/>
        <a:lstStyle/>
        <a:p>
          <a:endParaRPr lang="en-US"/>
        </a:p>
      </dgm:t>
    </dgm:pt>
    <dgm:pt modelId="{C4198D4F-22AB-4D4A-853A-3A54842058F7}">
      <dgm:prSet/>
      <dgm:spPr/>
      <dgm:t>
        <a:bodyPr/>
        <a:lstStyle/>
        <a:p>
          <a:r>
            <a:rPr lang="en-US"/>
            <a:t>OpenAI recibe solo métricas agregadas en texto plano. Nunca nombres, emails ni UUID.</a:t>
          </a:r>
        </a:p>
      </dgm:t>
    </dgm:pt>
    <dgm:pt modelId="{874910E8-692E-4EFD-9787-39BB5F0AA204}" type="parTrans" cxnId="{8F2665E3-DDEB-4B71-B614-2D92A1F3C9A8}">
      <dgm:prSet/>
      <dgm:spPr/>
      <dgm:t>
        <a:bodyPr/>
        <a:lstStyle/>
        <a:p>
          <a:endParaRPr lang="en-US"/>
        </a:p>
      </dgm:t>
    </dgm:pt>
    <dgm:pt modelId="{FBC98589-8B23-4A0A-AA41-EDCB2641F12E}" type="sibTrans" cxnId="{8F2665E3-DDEB-4B71-B614-2D92A1F3C9A8}">
      <dgm:prSet/>
      <dgm:spPr/>
      <dgm:t>
        <a:bodyPr/>
        <a:lstStyle/>
        <a:p>
          <a:endParaRPr lang="en-US"/>
        </a:p>
      </dgm:t>
    </dgm:pt>
    <dgm:pt modelId="{33CC3696-464F-AC47-861E-ED930368D838}" type="pres">
      <dgm:prSet presAssocID="{4FC4914F-0034-4038-9DD6-4C8B2CC6137D}" presName="vert0" presStyleCnt="0">
        <dgm:presLayoutVars>
          <dgm:dir/>
          <dgm:animOne val="branch"/>
          <dgm:animLvl val="lvl"/>
        </dgm:presLayoutVars>
      </dgm:prSet>
      <dgm:spPr/>
    </dgm:pt>
    <dgm:pt modelId="{33333B0B-5A30-094E-9126-109984C75939}" type="pres">
      <dgm:prSet presAssocID="{12D7B758-8CED-4C08-B831-FF541A5794C7}" presName="thickLine" presStyleLbl="alignNode1" presStyleIdx="0" presStyleCnt="8"/>
      <dgm:spPr/>
    </dgm:pt>
    <dgm:pt modelId="{D2755438-8A72-DF43-BE95-C30653C5BE73}" type="pres">
      <dgm:prSet presAssocID="{12D7B758-8CED-4C08-B831-FF541A5794C7}" presName="horz1" presStyleCnt="0"/>
      <dgm:spPr/>
    </dgm:pt>
    <dgm:pt modelId="{09C15B42-5278-A145-B0F3-C81B252A0727}" type="pres">
      <dgm:prSet presAssocID="{12D7B758-8CED-4C08-B831-FF541A5794C7}" presName="tx1" presStyleLbl="revTx" presStyleIdx="0" presStyleCnt="8"/>
      <dgm:spPr/>
    </dgm:pt>
    <dgm:pt modelId="{E9949AA3-FEAE-3A44-9588-1214A960D8FF}" type="pres">
      <dgm:prSet presAssocID="{12D7B758-8CED-4C08-B831-FF541A5794C7}" presName="vert1" presStyleCnt="0"/>
      <dgm:spPr/>
    </dgm:pt>
    <dgm:pt modelId="{93638445-2BE2-AA4D-A65E-D98099177A7E}" type="pres">
      <dgm:prSet presAssocID="{B80DB232-9A7A-4EF2-9EDD-1EC57125E955}" presName="thickLine" presStyleLbl="alignNode1" presStyleIdx="1" presStyleCnt="8"/>
      <dgm:spPr/>
    </dgm:pt>
    <dgm:pt modelId="{91F9A17C-027D-C041-9D48-C53FDAC61746}" type="pres">
      <dgm:prSet presAssocID="{B80DB232-9A7A-4EF2-9EDD-1EC57125E955}" presName="horz1" presStyleCnt="0"/>
      <dgm:spPr/>
    </dgm:pt>
    <dgm:pt modelId="{4F57270D-9751-A744-A6D5-2027A830F573}" type="pres">
      <dgm:prSet presAssocID="{B80DB232-9A7A-4EF2-9EDD-1EC57125E955}" presName="tx1" presStyleLbl="revTx" presStyleIdx="1" presStyleCnt="8"/>
      <dgm:spPr/>
    </dgm:pt>
    <dgm:pt modelId="{A24BBE10-6872-2145-997F-FD2A4B52272F}" type="pres">
      <dgm:prSet presAssocID="{B80DB232-9A7A-4EF2-9EDD-1EC57125E955}" presName="vert1" presStyleCnt="0"/>
      <dgm:spPr/>
    </dgm:pt>
    <dgm:pt modelId="{E5119768-79A8-3448-BF34-6DE7DD55750B}" type="pres">
      <dgm:prSet presAssocID="{70F2640D-788B-4820-B33E-FB02591CDA5B}" presName="thickLine" presStyleLbl="alignNode1" presStyleIdx="2" presStyleCnt="8"/>
      <dgm:spPr/>
    </dgm:pt>
    <dgm:pt modelId="{F107EB97-F769-F448-9DA7-F581E280EC2C}" type="pres">
      <dgm:prSet presAssocID="{70F2640D-788B-4820-B33E-FB02591CDA5B}" presName="horz1" presStyleCnt="0"/>
      <dgm:spPr/>
    </dgm:pt>
    <dgm:pt modelId="{290D0E93-8751-684D-8299-4D994D716783}" type="pres">
      <dgm:prSet presAssocID="{70F2640D-788B-4820-B33E-FB02591CDA5B}" presName="tx1" presStyleLbl="revTx" presStyleIdx="2" presStyleCnt="8"/>
      <dgm:spPr/>
    </dgm:pt>
    <dgm:pt modelId="{C814CE52-0ECE-4949-A2A3-ED3BEBA2822E}" type="pres">
      <dgm:prSet presAssocID="{70F2640D-788B-4820-B33E-FB02591CDA5B}" presName="vert1" presStyleCnt="0"/>
      <dgm:spPr/>
    </dgm:pt>
    <dgm:pt modelId="{94E559D1-0CEF-6049-8FC6-9327B254ED06}" type="pres">
      <dgm:prSet presAssocID="{7DB65B8A-D365-4D32-9377-638F5255FEF2}" presName="thickLine" presStyleLbl="alignNode1" presStyleIdx="3" presStyleCnt="8"/>
      <dgm:spPr/>
    </dgm:pt>
    <dgm:pt modelId="{0939F10F-FF2A-E64D-A1DE-BC7C00CB1535}" type="pres">
      <dgm:prSet presAssocID="{7DB65B8A-D365-4D32-9377-638F5255FEF2}" presName="horz1" presStyleCnt="0"/>
      <dgm:spPr/>
    </dgm:pt>
    <dgm:pt modelId="{3F2E20B4-E5A5-C840-971F-A2B99C5471BC}" type="pres">
      <dgm:prSet presAssocID="{7DB65B8A-D365-4D32-9377-638F5255FEF2}" presName="tx1" presStyleLbl="revTx" presStyleIdx="3" presStyleCnt="8"/>
      <dgm:spPr/>
    </dgm:pt>
    <dgm:pt modelId="{4F542030-3DD7-644E-9180-71FF748E7ACF}" type="pres">
      <dgm:prSet presAssocID="{7DB65B8A-D365-4D32-9377-638F5255FEF2}" presName="vert1" presStyleCnt="0"/>
      <dgm:spPr/>
    </dgm:pt>
    <dgm:pt modelId="{4ADC8832-1CFD-2340-B4C7-92DBD23D7209}" type="pres">
      <dgm:prSet presAssocID="{932A5EEE-7CFD-4DF8-840D-C7FC06AA5215}" presName="thickLine" presStyleLbl="alignNode1" presStyleIdx="4" presStyleCnt="8"/>
      <dgm:spPr/>
    </dgm:pt>
    <dgm:pt modelId="{A57743D5-097B-6F4C-A35E-CDAD9EDC8001}" type="pres">
      <dgm:prSet presAssocID="{932A5EEE-7CFD-4DF8-840D-C7FC06AA5215}" presName="horz1" presStyleCnt="0"/>
      <dgm:spPr/>
    </dgm:pt>
    <dgm:pt modelId="{923187AF-DFF3-ED42-83FE-77531C4FCB89}" type="pres">
      <dgm:prSet presAssocID="{932A5EEE-7CFD-4DF8-840D-C7FC06AA5215}" presName="tx1" presStyleLbl="revTx" presStyleIdx="4" presStyleCnt="8"/>
      <dgm:spPr/>
    </dgm:pt>
    <dgm:pt modelId="{574DDAE4-5B48-774A-85C4-56B109679FFE}" type="pres">
      <dgm:prSet presAssocID="{932A5EEE-7CFD-4DF8-840D-C7FC06AA5215}" presName="vert1" presStyleCnt="0"/>
      <dgm:spPr/>
    </dgm:pt>
    <dgm:pt modelId="{42490D9A-4CC2-8B4F-8251-2535A6CD727C}" type="pres">
      <dgm:prSet presAssocID="{5E49FD42-668F-45D4-BA14-9AA82E313966}" presName="thickLine" presStyleLbl="alignNode1" presStyleIdx="5" presStyleCnt="8"/>
      <dgm:spPr/>
    </dgm:pt>
    <dgm:pt modelId="{4F9306CA-8DD7-D74E-89EC-F1B895ADD60C}" type="pres">
      <dgm:prSet presAssocID="{5E49FD42-668F-45D4-BA14-9AA82E313966}" presName="horz1" presStyleCnt="0"/>
      <dgm:spPr/>
    </dgm:pt>
    <dgm:pt modelId="{2392AA3A-61CC-6C4A-8D59-EC9D7C31B152}" type="pres">
      <dgm:prSet presAssocID="{5E49FD42-668F-45D4-BA14-9AA82E313966}" presName="tx1" presStyleLbl="revTx" presStyleIdx="5" presStyleCnt="8"/>
      <dgm:spPr/>
    </dgm:pt>
    <dgm:pt modelId="{0E1E36BA-19EF-7C48-B822-CDA5BB2ADBC2}" type="pres">
      <dgm:prSet presAssocID="{5E49FD42-668F-45D4-BA14-9AA82E313966}" presName="vert1" presStyleCnt="0"/>
      <dgm:spPr/>
    </dgm:pt>
    <dgm:pt modelId="{3D5B2CA1-529E-5E4A-B453-E012F2D44F0D}" type="pres">
      <dgm:prSet presAssocID="{59DBF14E-E1EE-45CF-86C8-DE96AD49FE04}" presName="thickLine" presStyleLbl="alignNode1" presStyleIdx="6" presStyleCnt="8"/>
      <dgm:spPr/>
    </dgm:pt>
    <dgm:pt modelId="{B84B294F-371D-2049-975E-274BC2F6B39B}" type="pres">
      <dgm:prSet presAssocID="{59DBF14E-E1EE-45CF-86C8-DE96AD49FE04}" presName="horz1" presStyleCnt="0"/>
      <dgm:spPr/>
    </dgm:pt>
    <dgm:pt modelId="{6EFD1F78-3851-1A49-B87B-0DD9D612149B}" type="pres">
      <dgm:prSet presAssocID="{59DBF14E-E1EE-45CF-86C8-DE96AD49FE04}" presName="tx1" presStyleLbl="revTx" presStyleIdx="6" presStyleCnt="8"/>
      <dgm:spPr/>
    </dgm:pt>
    <dgm:pt modelId="{DB8B1E64-F0BC-C34A-9549-EF8865AE50F6}" type="pres">
      <dgm:prSet presAssocID="{59DBF14E-E1EE-45CF-86C8-DE96AD49FE04}" presName="vert1" presStyleCnt="0"/>
      <dgm:spPr/>
    </dgm:pt>
    <dgm:pt modelId="{CAD1E6BE-6BC8-014C-9EC6-E86E54B4258F}" type="pres">
      <dgm:prSet presAssocID="{C4198D4F-22AB-4D4A-853A-3A54842058F7}" presName="thickLine" presStyleLbl="alignNode1" presStyleIdx="7" presStyleCnt="8"/>
      <dgm:spPr/>
    </dgm:pt>
    <dgm:pt modelId="{560654E7-1C7C-B84E-B6A6-68B6E9DAAED0}" type="pres">
      <dgm:prSet presAssocID="{C4198D4F-22AB-4D4A-853A-3A54842058F7}" presName="horz1" presStyleCnt="0"/>
      <dgm:spPr/>
    </dgm:pt>
    <dgm:pt modelId="{711F4F63-9261-DE42-A13E-F1F4A6FFE163}" type="pres">
      <dgm:prSet presAssocID="{C4198D4F-22AB-4D4A-853A-3A54842058F7}" presName="tx1" presStyleLbl="revTx" presStyleIdx="7" presStyleCnt="8"/>
      <dgm:spPr/>
    </dgm:pt>
    <dgm:pt modelId="{C976DEDA-BE94-6A4E-A65F-E86D1A636AF6}" type="pres">
      <dgm:prSet presAssocID="{C4198D4F-22AB-4D4A-853A-3A54842058F7}" presName="vert1" presStyleCnt="0"/>
      <dgm:spPr/>
    </dgm:pt>
  </dgm:ptLst>
  <dgm:cxnLst>
    <dgm:cxn modelId="{09B8A416-1D9C-437A-A115-E92433B8E5E6}" srcId="{4FC4914F-0034-4038-9DD6-4C8B2CC6137D}" destId="{932A5EEE-7CFD-4DF8-840D-C7FC06AA5215}" srcOrd="4" destOrd="0" parTransId="{0576C01A-CBF4-4C2E-B579-1D2167CD4FDC}" sibTransId="{84BD6864-D4F3-4AF8-B42B-8AA276D07B3F}"/>
    <dgm:cxn modelId="{7E01B01F-8A2A-4239-9D93-7D89A52A52E1}" srcId="{4FC4914F-0034-4038-9DD6-4C8B2CC6137D}" destId="{7DB65B8A-D365-4D32-9377-638F5255FEF2}" srcOrd="3" destOrd="0" parTransId="{BCEB12F9-5562-4E39-8A12-DA38B1A86A40}" sibTransId="{50D61980-E94F-45F7-B683-1632363519D1}"/>
    <dgm:cxn modelId="{ABCC4F21-3777-EE4F-8257-4C9265E144F5}" type="presOf" srcId="{7DB65B8A-D365-4D32-9377-638F5255FEF2}" destId="{3F2E20B4-E5A5-C840-971F-A2B99C5471BC}" srcOrd="0" destOrd="0" presId="urn:microsoft.com/office/officeart/2008/layout/LinedList"/>
    <dgm:cxn modelId="{DDF53122-C633-E743-A7F7-23AA9BCC4F23}" type="presOf" srcId="{932A5EEE-7CFD-4DF8-840D-C7FC06AA5215}" destId="{923187AF-DFF3-ED42-83FE-77531C4FCB89}" srcOrd="0" destOrd="0" presId="urn:microsoft.com/office/officeart/2008/layout/LinedList"/>
    <dgm:cxn modelId="{11653526-5820-48A2-8C49-FEDA286D5585}" srcId="{4FC4914F-0034-4038-9DD6-4C8B2CC6137D}" destId="{70F2640D-788B-4820-B33E-FB02591CDA5B}" srcOrd="2" destOrd="0" parTransId="{E5003989-DA4B-4135-AF37-08D0F4690CAE}" sibTransId="{F238D20A-69A0-4EB2-94ED-6C535A01FD84}"/>
    <dgm:cxn modelId="{A6777430-77FE-4D4B-AC69-673F8C69CA7D}" type="presOf" srcId="{B80DB232-9A7A-4EF2-9EDD-1EC57125E955}" destId="{4F57270D-9751-A744-A6D5-2027A830F573}" srcOrd="0" destOrd="0" presId="urn:microsoft.com/office/officeart/2008/layout/LinedList"/>
    <dgm:cxn modelId="{CEDE3943-F4F1-4B82-BC1F-BD6D50F02D71}" srcId="{4FC4914F-0034-4038-9DD6-4C8B2CC6137D}" destId="{12D7B758-8CED-4C08-B831-FF541A5794C7}" srcOrd="0" destOrd="0" parTransId="{96CFDC5B-C8B9-44DF-9C0E-FA936B0D3235}" sibTransId="{BCE6D10B-F7B7-4017-AC9C-7BBD46CC0D98}"/>
    <dgm:cxn modelId="{67946354-E699-4E7A-B9E7-592F7EC62B01}" srcId="{4FC4914F-0034-4038-9DD6-4C8B2CC6137D}" destId="{B80DB232-9A7A-4EF2-9EDD-1EC57125E955}" srcOrd="1" destOrd="0" parTransId="{11462BDB-15DF-4F21-AA70-751A5C6B068A}" sibTransId="{EC5264CC-F2A5-418B-A16E-1C02EC30EFDB}"/>
    <dgm:cxn modelId="{D94A805B-0DA4-AE43-AF8C-74F975739491}" type="presOf" srcId="{C4198D4F-22AB-4D4A-853A-3A54842058F7}" destId="{711F4F63-9261-DE42-A13E-F1F4A6FFE163}" srcOrd="0" destOrd="0" presId="urn:microsoft.com/office/officeart/2008/layout/LinedList"/>
    <dgm:cxn modelId="{DC013775-6750-3B40-90C3-07B42FDADCB8}" type="presOf" srcId="{59DBF14E-E1EE-45CF-86C8-DE96AD49FE04}" destId="{6EFD1F78-3851-1A49-B87B-0DD9D612149B}" srcOrd="0" destOrd="0" presId="urn:microsoft.com/office/officeart/2008/layout/LinedList"/>
    <dgm:cxn modelId="{E591968B-9789-449B-A686-0D650881D5C4}" srcId="{4FC4914F-0034-4038-9DD6-4C8B2CC6137D}" destId="{5E49FD42-668F-45D4-BA14-9AA82E313966}" srcOrd="5" destOrd="0" parTransId="{23BB50A6-7D29-43CB-BA83-25F1442D82F2}" sibTransId="{7FD8F90F-C7D3-4348-AFE2-99FA5D9EE136}"/>
    <dgm:cxn modelId="{F44714A1-0350-9647-820C-0E7EC6C532C4}" type="presOf" srcId="{5E49FD42-668F-45D4-BA14-9AA82E313966}" destId="{2392AA3A-61CC-6C4A-8D59-EC9D7C31B152}" srcOrd="0" destOrd="0" presId="urn:microsoft.com/office/officeart/2008/layout/LinedList"/>
    <dgm:cxn modelId="{626540B9-4820-2446-9802-9D497E8C4384}" type="presOf" srcId="{4FC4914F-0034-4038-9DD6-4C8B2CC6137D}" destId="{33CC3696-464F-AC47-861E-ED930368D838}" srcOrd="0" destOrd="0" presId="urn:microsoft.com/office/officeart/2008/layout/LinedList"/>
    <dgm:cxn modelId="{3633FDBC-CEFE-4CDC-A3FA-7D6BC8318B0C}" srcId="{4FC4914F-0034-4038-9DD6-4C8B2CC6137D}" destId="{59DBF14E-E1EE-45CF-86C8-DE96AD49FE04}" srcOrd="6" destOrd="0" parTransId="{090802E0-5255-4495-AE29-A26E542E88D8}" sibTransId="{A1E84DF6-1976-47A4-BA01-8544F76EE704}"/>
    <dgm:cxn modelId="{8F2665E3-DDEB-4B71-B614-2D92A1F3C9A8}" srcId="{4FC4914F-0034-4038-9DD6-4C8B2CC6137D}" destId="{C4198D4F-22AB-4D4A-853A-3A54842058F7}" srcOrd="7" destOrd="0" parTransId="{874910E8-692E-4EFD-9787-39BB5F0AA204}" sibTransId="{FBC98589-8B23-4A0A-AA41-EDCB2641F12E}"/>
    <dgm:cxn modelId="{E24F14ED-76E1-BF4C-8C1B-9448F545D2A9}" type="presOf" srcId="{70F2640D-788B-4820-B33E-FB02591CDA5B}" destId="{290D0E93-8751-684D-8299-4D994D716783}" srcOrd="0" destOrd="0" presId="urn:microsoft.com/office/officeart/2008/layout/LinedList"/>
    <dgm:cxn modelId="{DFD489F1-C3BA-B942-8CE5-9216D2088867}" type="presOf" srcId="{12D7B758-8CED-4C08-B831-FF541A5794C7}" destId="{09C15B42-5278-A145-B0F3-C81B252A0727}" srcOrd="0" destOrd="0" presId="urn:microsoft.com/office/officeart/2008/layout/LinedList"/>
    <dgm:cxn modelId="{32B16B79-606B-7A47-B0EE-B9CD8770649E}" type="presParOf" srcId="{33CC3696-464F-AC47-861E-ED930368D838}" destId="{33333B0B-5A30-094E-9126-109984C75939}" srcOrd="0" destOrd="0" presId="urn:microsoft.com/office/officeart/2008/layout/LinedList"/>
    <dgm:cxn modelId="{162EBD81-F162-7F4A-BBF2-5E1E139171F1}" type="presParOf" srcId="{33CC3696-464F-AC47-861E-ED930368D838}" destId="{D2755438-8A72-DF43-BE95-C30653C5BE73}" srcOrd="1" destOrd="0" presId="urn:microsoft.com/office/officeart/2008/layout/LinedList"/>
    <dgm:cxn modelId="{E9B97FDC-4DD9-7B47-B8B4-15033F5C55D2}" type="presParOf" srcId="{D2755438-8A72-DF43-BE95-C30653C5BE73}" destId="{09C15B42-5278-A145-B0F3-C81B252A0727}" srcOrd="0" destOrd="0" presId="urn:microsoft.com/office/officeart/2008/layout/LinedList"/>
    <dgm:cxn modelId="{3A45C1F6-5F61-7245-8A01-5ECE22DAFC9C}" type="presParOf" srcId="{D2755438-8A72-DF43-BE95-C30653C5BE73}" destId="{E9949AA3-FEAE-3A44-9588-1214A960D8FF}" srcOrd="1" destOrd="0" presId="urn:microsoft.com/office/officeart/2008/layout/LinedList"/>
    <dgm:cxn modelId="{DE40FC34-524D-2044-8559-FE2CC94EC3CE}" type="presParOf" srcId="{33CC3696-464F-AC47-861E-ED930368D838}" destId="{93638445-2BE2-AA4D-A65E-D98099177A7E}" srcOrd="2" destOrd="0" presId="urn:microsoft.com/office/officeart/2008/layout/LinedList"/>
    <dgm:cxn modelId="{A36B8F2B-6F5A-474C-9443-D20FBD325593}" type="presParOf" srcId="{33CC3696-464F-AC47-861E-ED930368D838}" destId="{91F9A17C-027D-C041-9D48-C53FDAC61746}" srcOrd="3" destOrd="0" presId="urn:microsoft.com/office/officeart/2008/layout/LinedList"/>
    <dgm:cxn modelId="{FA44D8C1-6DD7-3541-8B33-90259F0F5AA4}" type="presParOf" srcId="{91F9A17C-027D-C041-9D48-C53FDAC61746}" destId="{4F57270D-9751-A744-A6D5-2027A830F573}" srcOrd="0" destOrd="0" presId="urn:microsoft.com/office/officeart/2008/layout/LinedList"/>
    <dgm:cxn modelId="{99BFE103-04E5-4944-8830-0706A343C33A}" type="presParOf" srcId="{91F9A17C-027D-C041-9D48-C53FDAC61746}" destId="{A24BBE10-6872-2145-997F-FD2A4B52272F}" srcOrd="1" destOrd="0" presId="urn:microsoft.com/office/officeart/2008/layout/LinedList"/>
    <dgm:cxn modelId="{E660F438-3D0F-5E47-B83C-4C8FE70D0FAB}" type="presParOf" srcId="{33CC3696-464F-AC47-861E-ED930368D838}" destId="{E5119768-79A8-3448-BF34-6DE7DD55750B}" srcOrd="4" destOrd="0" presId="urn:microsoft.com/office/officeart/2008/layout/LinedList"/>
    <dgm:cxn modelId="{476708A3-4752-3747-BCA0-461135688613}" type="presParOf" srcId="{33CC3696-464F-AC47-861E-ED930368D838}" destId="{F107EB97-F769-F448-9DA7-F581E280EC2C}" srcOrd="5" destOrd="0" presId="urn:microsoft.com/office/officeart/2008/layout/LinedList"/>
    <dgm:cxn modelId="{B60B2B7B-C4D7-ED48-886C-08256E065294}" type="presParOf" srcId="{F107EB97-F769-F448-9DA7-F581E280EC2C}" destId="{290D0E93-8751-684D-8299-4D994D716783}" srcOrd="0" destOrd="0" presId="urn:microsoft.com/office/officeart/2008/layout/LinedList"/>
    <dgm:cxn modelId="{FF1D35C6-5E62-BF43-81F8-AC1130BADB24}" type="presParOf" srcId="{F107EB97-F769-F448-9DA7-F581E280EC2C}" destId="{C814CE52-0ECE-4949-A2A3-ED3BEBA2822E}" srcOrd="1" destOrd="0" presId="urn:microsoft.com/office/officeart/2008/layout/LinedList"/>
    <dgm:cxn modelId="{7E3C16DE-7922-DA47-ABDE-8F08A5CB44E0}" type="presParOf" srcId="{33CC3696-464F-AC47-861E-ED930368D838}" destId="{94E559D1-0CEF-6049-8FC6-9327B254ED06}" srcOrd="6" destOrd="0" presId="urn:microsoft.com/office/officeart/2008/layout/LinedList"/>
    <dgm:cxn modelId="{7BCA3C5B-1B19-5744-8142-5458211A61F8}" type="presParOf" srcId="{33CC3696-464F-AC47-861E-ED930368D838}" destId="{0939F10F-FF2A-E64D-A1DE-BC7C00CB1535}" srcOrd="7" destOrd="0" presId="urn:microsoft.com/office/officeart/2008/layout/LinedList"/>
    <dgm:cxn modelId="{C59B9FAD-D128-EB41-BB98-144727B01001}" type="presParOf" srcId="{0939F10F-FF2A-E64D-A1DE-BC7C00CB1535}" destId="{3F2E20B4-E5A5-C840-971F-A2B99C5471BC}" srcOrd="0" destOrd="0" presId="urn:microsoft.com/office/officeart/2008/layout/LinedList"/>
    <dgm:cxn modelId="{01625CEA-5169-1041-931E-3FAB90CDAD8C}" type="presParOf" srcId="{0939F10F-FF2A-E64D-A1DE-BC7C00CB1535}" destId="{4F542030-3DD7-644E-9180-71FF748E7ACF}" srcOrd="1" destOrd="0" presId="urn:microsoft.com/office/officeart/2008/layout/LinedList"/>
    <dgm:cxn modelId="{FF77FF13-8D26-C54C-9415-54BFEF4A6802}" type="presParOf" srcId="{33CC3696-464F-AC47-861E-ED930368D838}" destId="{4ADC8832-1CFD-2340-B4C7-92DBD23D7209}" srcOrd="8" destOrd="0" presId="urn:microsoft.com/office/officeart/2008/layout/LinedList"/>
    <dgm:cxn modelId="{9BCE18D8-125D-3F47-B258-4C0AB89FBCB9}" type="presParOf" srcId="{33CC3696-464F-AC47-861E-ED930368D838}" destId="{A57743D5-097B-6F4C-A35E-CDAD9EDC8001}" srcOrd="9" destOrd="0" presId="urn:microsoft.com/office/officeart/2008/layout/LinedList"/>
    <dgm:cxn modelId="{7BCF3077-234D-8843-8C5F-967428CE939C}" type="presParOf" srcId="{A57743D5-097B-6F4C-A35E-CDAD9EDC8001}" destId="{923187AF-DFF3-ED42-83FE-77531C4FCB89}" srcOrd="0" destOrd="0" presId="urn:microsoft.com/office/officeart/2008/layout/LinedList"/>
    <dgm:cxn modelId="{3E516234-5C08-3148-8645-958670A8FE76}" type="presParOf" srcId="{A57743D5-097B-6F4C-A35E-CDAD9EDC8001}" destId="{574DDAE4-5B48-774A-85C4-56B109679FFE}" srcOrd="1" destOrd="0" presId="urn:microsoft.com/office/officeart/2008/layout/LinedList"/>
    <dgm:cxn modelId="{8673138C-7CB9-7643-83C0-CFFA5A1F6D1B}" type="presParOf" srcId="{33CC3696-464F-AC47-861E-ED930368D838}" destId="{42490D9A-4CC2-8B4F-8251-2535A6CD727C}" srcOrd="10" destOrd="0" presId="urn:microsoft.com/office/officeart/2008/layout/LinedList"/>
    <dgm:cxn modelId="{875DA56D-AD3A-0A47-8EFC-FC666F8DF13D}" type="presParOf" srcId="{33CC3696-464F-AC47-861E-ED930368D838}" destId="{4F9306CA-8DD7-D74E-89EC-F1B895ADD60C}" srcOrd="11" destOrd="0" presId="urn:microsoft.com/office/officeart/2008/layout/LinedList"/>
    <dgm:cxn modelId="{E2561F8A-2388-444A-9B48-87D08FD2C554}" type="presParOf" srcId="{4F9306CA-8DD7-D74E-89EC-F1B895ADD60C}" destId="{2392AA3A-61CC-6C4A-8D59-EC9D7C31B152}" srcOrd="0" destOrd="0" presId="urn:microsoft.com/office/officeart/2008/layout/LinedList"/>
    <dgm:cxn modelId="{A54E4C4A-9FA7-9241-A0F0-A343A0881B38}" type="presParOf" srcId="{4F9306CA-8DD7-D74E-89EC-F1B895ADD60C}" destId="{0E1E36BA-19EF-7C48-B822-CDA5BB2ADBC2}" srcOrd="1" destOrd="0" presId="urn:microsoft.com/office/officeart/2008/layout/LinedList"/>
    <dgm:cxn modelId="{EDA9A5E0-86B2-8E41-99BC-471E280A3921}" type="presParOf" srcId="{33CC3696-464F-AC47-861E-ED930368D838}" destId="{3D5B2CA1-529E-5E4A-B453-E012F2D44F0D}" srcOrd="12" destOrd="0" presId="urn:microsoft.com/office/officeart/2008/layout/LinedList"/>
    <dgm:cxn modelId="{0E8BE0F4-714C-C24B-BE84-A050AC1DFFC7}" type="presParOf" srcId="{33CC3696-464F-AC47-861E-ED930368D838}" destId="{B84B294F-371D-2049-975E-274BC2F6B39B}" srcOrd="13" destOrd="0" presId="urn:microsoft.com/office/officeart/2008/layout/LinedList"/>
    <dgm:cxn modelId="{D5ADFEB9-0C62-914F-B8BF-5B3C4A1B2CE7}" type="presParOf" srcId="{B84B294F-371D-2049-975E-274BC2F6B39B}" destId="{6EFD1F78-3851-1A49-B87B-0DD9D612149B}" srcOrd="0" destOrd="0" presId="urn:microsoft.com/office/officeart/2008/layout/LinedList"/>
    <dgm:cxn modelId="{888D8E51-7CE5-5B4E-8401-E33F1439A85F}" type="presParOf" srcId="{B84B294F-371D-2049-975E-274BC2F6B39B}" destId="{DB8B1E64-F0BC-C34A-9549-EF8865AE50F6}" srcOrd="1" destOrd="0" presId="urn:microsoft.com/office/officeart/2008/layout/LinedList"/>
    <dgm:cxn modelId="{723F94D5-607B-8F4A-89C9-1D95A85AA9E4}" type="presParOf" srcId="{33CC3696-464F-AC47-861E-ED930368D838}" destId="{CAD1E6BE-6BC8-014C-9EC6-E86E54B4258F}" srcOrd="14" destOrd="0" presId="urn:microsoft.com/office/officeart/2008/layout/LinedList"/>
    <dgm:cxn modelId="{73FA1E68-5CF3-AA4B-833A-DFD3ACB28FBD}" type="presParOf" srcId="{33CC3696-464F-AC47-861E-ED930368D838}" destId="{560654E7-1C7C-B84E-B6A6-68B6E9DAAED0}" srcOrd="15" destOrd="0" presId="urn:microsoft.com/office/officeart/2008/layout/LinedList"/>
    <dgm:cxn modelId="{D527DF2D-D77C-BE4C-B826-5DFC35071BDF}" type="presParOf" srcId="{560654E7-1C7C-B84E-B6A6-68B6E9DAAED0}" destId="{711F4F63-9261-DE42-A13E-F1F4A6FFE163}" srcOrd="0" destOrd="0" presId="urn:microsoft.com/office/officeart/2008/layout/LinedList"/>
    <dgm:cxn modelId="{8F2BE9D0-D8C7-EC48-A22E-FAB902E25203}" type="presParOf" srcId="{560654E7-1C7C-B84E-B6A6-68B6E9DAAED0}" destId="{C976DEDA-BE94-6A4E-A65F-E86D1A636A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49387-7AFE-164D-9268-0F9FCA807F4E}">
      <dsp:nvSpPr>
        <dsp:cNvPr id="0" name=""/>
        <dsp:cNvSpPr/>
      </dsp:nvSpPr>
      <dsp:spPr>
        <a:xfrm>
          <a:off x="0" y="375201"/>
          <a:ext cx="6593202" cy="196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kern="1200" dirty="0"/>
            <a:t>AuroraCare es una solución creada desde el corazón de una necesidad que vemos cada día en nuestras familias chilenas.</a:t>
          </a:r>
          <a:endParaRPr lang="en-US" sz="2800" kern="1200" dirty="0"/>
        </a:p>
      </dsp:txBody>
      <dsp:txXfrm>
        <a:off x="95953" y="471154"/>
        <a:ext cx="6401296" cy="1773694"/>
      </dsp:txXfrm>
    </dsp:sp>
    <dsp:sp modelId="{81BC8573-D544-7748-9B13-B266BA01A819}">
      <dsp:nvSpPr>
        <dsp:cNvPr id="0" name=""/>
        <dsp:cNvSpPr/>
      </dsp:nvSpPr>
      <dsp:spPr>
        <a:xfrm>
          <a:off x="0" y="2421441"/>
          <a:ext cx="6593202" cy="1965600"/>
        </a:xfrm>
        <a:prstGeom prst="roundRect">
          <a:avLst/>
        </a:prstGeom>
        <a:solidFill>
          <a:schemeClr val="accent2">
            <a:hueOff val="-778347"/>
            <a:satOff val="-21515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kern="1200" dirty="0"/>
            <a:t>Hoy queremos compartir con ustedes cómo la tecnología puede transformarse en un abrazo anticipado para quienes más lo necesitan.</a:t>
          </a:r>
          <a:endParaRPr lang="en-US" sz="2800" kern="1200" dirty="0"/>
        </a:p>
      </dsp:txBody>
      <dsp:txXfrm>
        <a:off x="95953" y="2517394"/>
        <a:ext cx="6401296" cy="1773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D85A1-B0C6-794B-BEC8-0D5404A643A5}">
      <dsp:nvSpPr>
        <dsp:cNvPr id="0" name=""/>
        <dsp:cNvSpPr/>
      </dsp:nvSpPr>
      <dsp:spPr>
        <a:xfrm>
          <a:off x="2176" y="108244"/>
          <a:ext cx="2121693" cy="52872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 dirty="0"/>
            <a:t>1 de 5</a:t>
          </a:r>
        </a:p>
      </dsp:txBody>
      <dsp:txXfrm>
        <a:off x="2176" y="108244"/>
        <a:ext cx="2121693" cy="528721"/>
      </dsp:txXfrm>
    </dsp:sp>
    <dsp:sp modelId="{E32C6BFD-80C5-8D49-836A-1814A1E63F9A}">
      <dsp:nvSpPr>
        <dsp:cNvPr id="0" name=""/>
        <dsp:cNvSpPr/>
      </dsp:nvSpPr>
      <dsp:spPr>
        <a:xfrm>
          <a:off x="2176" y="636965"/>
          <a:ext cx="2121693" cy="207522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800" b="1" kern="1200" dirty="0"/>
            <a:t>Adultos Mayores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s-MX" sz="1800" kern="1200" dirty="0"/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800" kern="1200" dirty="0"/>
            <a:t>Presentan deterioro cógnitivo</a:t>
          </a:r>
        </a:p>
      </dsp:txBody>
      <dsp:txXfrm>
        <a:off x="2176" y="636965"/>
        <a:ext cx="2121693" cy="2075220"/>
      </dsp:txXfrm>
    </dsp:sp>
    <dsp:sp modelId="{DC14F3ED-DFB9-BE45-92A0-67C36BC967AF}">
      <dsp:nvSpPr>
        <dsp:cNvPr id="0" name=""/>
        <dsp:cNvSpPr/>
      </dsp:nvSpPr>
      <dsp:spPr>
        <a:xfrm>
          <a:off x="2420906" y="108244"/>
          <a:ext cx="2121693" cy="52872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 dirty="0"/>
            <a:t>70%</a:t>
          </a:r>
        </a:p>
      </dsp:txBody>
      <dsp:txXfrm>
        <a:off x="2420906" y="108244"/>
        <a:ext cx="2121693" cy="528721"/>
      </dsp:txXfrm>
    </dsp:sp>
    <dsp:sp modelId="{257A6C04-4906-F043-98AF-0882ED12140C}">
      <dsp:nvSpPr>
        <dsp:cNvPr id="0" name=""/>
        <dsp:cNvSpPr/>
      </dsp:nvSpPr>
      <dsp:spPr>
        <a:xfrm>
          <a:off x="2420906" y="636965"/>
          <a:ext cx="2121693" cy="207522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800" b="1" kern="1200" dirty="0"/>
            <a:t>Signos Desapercibidos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s-MX" sz="1800" kern="1200" dirty="0"/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800" kern="1200" dirty="0"/>
            <a:t>Los cambios tempranos pasan inadvertidos</a:t>
          </a:r>
        </a:p>
      </dsp:txBody>
      <dsp:txXfrm>
        <a:off x="2420906" y="636965"/>
        <a:ext cx="2121693" cy="2075220"/>
      </dsp:txXfrm>
    </dsp:sp>
    <dsp:sp modelId="{3FD11655-081E-3C48-80F4-2A0DE3A5EF5E}">
      <dsp:nvSpPr>
        <dsp:cNvPr id="0" name=""/>
        <dsp:cNvSpPr/>
      </dsp:nvSpPr>
      <dsp:spPr>
        <a:xfrm>
          <a:off x="4839636" y="108244"/>
          <a:ext cx="2121693" cy="52872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 dirty="0"/>
            <a:t>40%</a:t>
          </a:r>
        </a:p>
      </dsp:txBody>
      <dsp:txXfrm>
        <a:off x="4839636" y="108244"/>
        <a:ext cx="2121693" cy="528721"/>
      </dsp:txXfrm>
    </dsp:sp>
    <dsp:sp modelId="{BA232709-7FEB-974C-B306-627BD97B8DE5}">
      <dsp:nvSpPr>
        <dsp:cNvPr id="0" name=""/>
        <dsp:cNvSpPr/>
      </dsp:nvSpPr>
      <dsp:spPr>
        <a:xfrm>
          <a:off x="4839636" y="636965"/>
          <a:ext cx="2121693" cy="207522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800" b="1" kern="1200" dirty="0"/>
            <a:t>Hospitalizaciones Evitables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s-MX" sz="1800" kern="1200" dirty="0"/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800" kern="1200" dirty="0"/>
            <a:t>Podrían evitarse con detección temprana</a:t>
          </a:r>
        </a:p>
      </dsp:txBody>
      <dsp:txXfrm>
        <a:off x="4839636" y="636965"/>
        <a:ext cx="2121693" cy="2075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A663F-D638-9246-BB93-24025599FB18}">
      <dsp:nvSpPr>
        <dsp:cNvPr id="0" name=""/>
        <dsp:cNvSpPr/>
      </dsp:nvSpPr>
      <dsp:spPr>
        <a:xfrm rot="5400000">
          <a:off x="3324719" y="-1203507"/>
          <a:ext cx="922030" cy="356304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_tradnl" sz="1800" kern="1200" dirty="0"/>
            <a:t>Eventos críticos que pudieron anticiparse con el seguimiento adecuado</a:t>
          </a:r>
          <a:endParaRPr lang="en-US" sz="1800" kern="1200" dirty="0"/>
        </a:p>
      </dsp:txBody>
      <dsp:txXfrm rot="-5400000">
        <a:off x="2004212" y="162010"/>
        <a:ext cx="3518034" cy="832010"/>
      </dsp:txXfrm>
    </dsp:sp>
    <dsp:sp modelId="{1911509A-6F0F-5643-90D5-C90FC9ED1C66}">
      <dsp:nvSpPr>
        <dsp:cNvPr id="0" name=""/>
        <dsp:cNvSpPr/>
      </dsp:nvSpPr>
      <dsp:spPr>
        <a:xfrm>
          <a:off x="0" y="1746"/>
          <a:ext cx="2004212" cy="11525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/>
            <a:t>Hospitalizaciones de Emergencia</a:t>
          </a:r>
          <a:endParaRPr lang="en-US" sz="1600" kern="1200"/>
        </a:p>
      </dsp:txBody>
      <dsp:txXfrm>
        <a:off x="56262" y="58008"/>
        <a:ext cx="1891688" cy="1040013"/>
      </dsp:txXfrm>
    </dsp:sp>
    <dsp:sp modelId="{164D16EA-2329-4B4A-8B00-706C0D770C40}">
      <dsp:nvSpPr>
        <dsp:cNvPr id="0" name=""/>
        <dsp:cNvSpPr/>
      </dsp:nvSpPr>
      <dsp:spPr>
        <a:xfrm rot="5400000">
          <a:off x="3324719" y="6657"/>
          <a:ext cx="922030" cy="356304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_tradnl" sz="1800" kern="1200" dirty="0"/>
            <a:t>La independencia se desvanece por el miedo.</a:t>
          </a:r>
          <a:endParaRPr lang="en-US" sz="1800" kern="1200" dirty="0"/>
        </a:p>
      </dsp:txBody>
      <dsp:txXfrm rot="-5400000">
        <a:off x="2004212" y="1372174"/>
        <a:ext cx="3518034" cy="832010"/>
      </dsp:txXfrm>
    </dsp:sp>
    <dsp:sp modelId="{E091C94F-6AEE-FE4E-B184-0D277148CFBD}">
      <dsp:nvSpPr>
        <dsp:cNvPr id="0" name=""/>
        <dsp:cNvSpPr/>
      </dsp:nvSpPr>
      <dsp:spPr>
        <a:xfrm>
          <a:off x="0" y="1211911"/>
          <a:ext cx="2004212" cy="115253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/>
            <a:t>Pérdida progresiva de autonomía</a:t>
          </a:r>
          <a:endParaRPr lang="en-US" sz="1600" kern="1200"/>
        </a:p>
      </dsp:txBody>
      <dsp:txXfrm>
        <a:off x="56262" y="1268173"/>
        <a:ext cx="1891688" cy="1040013"/>
      </dsp:txXfrm>
    </dsp:sp>
    <dsp:sp modelId="{563A8B45-4537-DD45-BFAA-579B14962EAE}">
      <dsp:nvSpPr>
        <dsp:cNvPr id="0" name=""/>
        <dsp:cNvSpPr/>
      </dsp:nvSpPr>
      <dsp:spPr>
        <a:xfrm rot="5400000">
          <a:off x="3324719" y="1216822"/>
          <a:ext cx="922030" cy="356304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_tradnl" sz="1800" kern="1200" dirty="0"/>
            <a:t>La incertidumbre afecta a toda la red de apoyo</a:t>
          </a:r>
          <a:endParaRPr lang="en-US" sz="1800" kern="1200" dirty="0"/>
        </a:p>
      </dsp:txBody>
      <dsp:txXfrm rot="-5400000">
        <a:off x="2004212" y="2582339"/>
        <a:ext cx="3518034" cy="832010"/>
      </dsp:txXfrm>
    </dsp:sp>
    <dsp:sp modelId="{FB7DF38B-BB21-E244-908E-E4AB03F8BC0E}">
      <dsp:nvSpPr>
        <dsp:cNvPr id="0" name=""/>
        <dsp:cNvSpPr/>
      </dsp:nvSpPr>
      <dsp:spPr>
        <a:xfrm>
          <a:off x="0" y="2422075"/>
          <a:ext cx="2004212" cy="115253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/>
            <a:t>Desgaste emocional familiar</a:t>
          </a:r>
          <a:endParaRPr lang="en-US" sz="1600" kern="1200"/>
        </a:p>
      </dsp:txBody>
      <dsp:txXfrm>
        <a:off x="56262" y="2478337"/>
        <a:ext cx="1891688" cy="10400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34DAC-902B-4651-9E73-ADC1CB9CDFE1}">
      <dsp:nvSpPr>
        <dsp:cNvPr id="0" name=""/>
        <dsp:cNvSpPr/>
      </dsp:nvSpPr>
      <dsp:spPr>
        <a:xfrm>
          <a:off x="0" y="480"/>
          <a:ext cx="11060113" cy="11237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CE5A2-0365-47D4-86CE-B5ECBF65463D}">
      <dsp:nvSpPr>
        <dsp:cNvPr id="0" name=""/>
        <dsp:cNvSpPr/>
      </dsp:nvSpPr>
      <dsp:spPr>
        <a:xfrm>
          <a:off x="339945" y="253332"/>
          <a:ext cx="618082" cy="618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32F4D-AEE8-4B9F-AB5A-5B0A79F44113}">
      <dsp:nvSpPr>
        <dsp:cNvPr id="0" name=""/>
        <dsp:cNvSpPr/>
      </dsp:nvSpPr>
      <dsp:spPr>
        <a:xfrm>
          <a:off x="1297973" y="480"/>
          <a:ext cx="4977050" cy="112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34" tIns="118934" rIns="118934" bIns="118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/>
            <a:t>Monitoreo Inteligente</a:t>
          </a:r>
          <a:endParaRPr lang="en-US" sz="2500" kern="1200"/>
        </a:p>
      </dsp:txBody>
      <dsp:txXfrm>
        <a:off x="1297973" y="480"/>
        <a:ext cx="4977050" cy="1123786"/>
      </dsp:txXfrm>
    </dsp:sp>
    <dsp:sp modelId="{3D0910A5-9F93-4F4E-BA0E-87B72CB23194}">
      <dsp:nvSpPr>
        <dsp:cNvPr id="0" name=""/>
        <dsp:cNvSpPr/>
      </dsp:nvSpPr>
      <dsp:spPr>
        <a:xfrm>
          <a:off x="6275024" y="480"/>
          <a:ext cx="4785088" cy="112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34" tIns="118934" rIns="118934" bIns="118934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kern="1200" dirty="0"/>
            <a:t>Ejercicios breves y preguntas guiadas que registran memoria, praxias, Atención y reacción, todo de forma natural y respetuosa.</a:t>
          </a:r>
          <a:endParaRPr lang="en-US" sz="1700" kern="1200" dirty="0"/>
        </a:p>
      </dsp:txBody>
      <dsp:txXfrm>
        <a:off x="6275024" y="480"/>
        <a:ext cx="4785088" cy="1123786"/>
      </dsp:txXfrm>
    </dsp:sp>
    <dsp:sp modelId="{A3D641B7-41F1-4981-AFBC-48F543D1EEAA}">
      <dsp:nvSpPr>
        <dsp:cNvPr id="0" name=""/>
        <dsp:cNvSpPr/>
      </dsp:nvSpPr>
      <dsp:spPr>
        <a:xfrm>
          <a:off x="0" y="1405214"/>
          <a:ext cx="11060113" cy="11237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3FCFB-E97E-4BA9-A77C-2063F66C2EBF}">
      <dsp:nvSpPr>
        <dsp:cNvPr id="0" name=""/>
        <dsp:cNvSpPr/>
      </dsp:nvSpPr>
      <dsp:spPr>
        <a:xfrm>
          <a:off x="339945" y="1658066"/>
          <a:ext cx="618082" cy="618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58B9E-1AED-43FA-9720-9C8832045483}">
      <dsp:nvSpPr>
        <dsp:cNvPr id="0" name=""/>
        <dsp:cNvSpPr/>
      </dsp:nvSpPr>
      <dsp:spPr>
        <a:xfrm>
          <a:off x="1297973" y="1405214"/>
          <a:ext cx="4977050" cy="112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34" tIns="118934" rIns="118934" bIns="118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/>
            <a:t>Alertas para cuidadores</a:t>
          </a:r>
          <a:endParaRPr lang="en-US" sz="2500" kern="1200"/>
        </a:p>
      </dsp:txBody>
      <dsp:txXfrm>
        <a:off x="1297973" y="1405214"/>
        <a:ext cx="4977050" cy="1123786"/>
      </dsp:txXfrm>
    </dsp:sp>
    <dsp:sp modelId="{974E3E44-D767-4237-A88B-81C52EB1EC06}">
      <dsp:nvSpPr>
        <dsp:cNvPr id="0" name=""/>
        <dsp:cNvSpPr/>
      </dsp:nvSpPr>
      <dsp:spPr>
        <a:xfrm>
          <a:off x="6275024" y="1405214"/>
          <a:ext cx="4785088" cy="112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34" tIns="118934" rIns="118934" bIns="118934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kern="1200" dirty="0"/>
            <a:t>Notificaciones claras cuando se detectan cambios significativos, permitiendo actuar a tiempo y con información precisa.</a:t>
          </a:r>
          <a:endParaRPr lang="en-US" sz="1700" kern="1200" dirty="0"/>
        </a:p>
      </dsp:txBody>
      <dsp:txXfrm>
        <a:off x="6275024" y="1405214"/>
        <a:ext cx="4785088" cy="1123786"/>
      </dsp:txXfrm>
    </dsp:sp>
    <dsp:sp modelId="{28305D58-A250-4EDF-9288-902EFA901A74}">
      <dsp:nvSpPr>
        <dsp:cNvPr id="0" name=""/>
        <dsp:cNvSpPr/>
      </dsp:nvSpPr>
      <dsp:spPr>
        <a:xfrm>
          <a:off x="0" y="2809947"/>
          <a:ext cx="11060113" cy="11237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78DEB-FF6F-4AFB-B707-E8B8E25405B4}">
      <dsp:nvSpPr>
        <dsp:cNvPr id="0" name=""/>
        <dsp:cNvSpPr/>
      </dsp:nvSpPr>
      <dsp:spPr>
        <a:xfrm>
          <a:off x="339945" y="3062799"/>
          <a:ext cx="618082" cy="61808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A459C-9E77-4F9C-B819-DA9B26A877C2}">
      <dsp:nvSpPr>
        <dsp:cNvPr id="0" name=""/>
        <dsp:cNvSpPr/>
      </dsp:nvSpPr>
      <dsp:spPr>
        <a:xfrm>
          <a:off x="1297973" y="2809947"/>
          <a:ext cx="4977050" cy="112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34" tIns="118934" rIns="118934" bIns="118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 dirty="0"/>
            <a:t>Acompañamiento Humano</a:t>
          </a:r>
          <a:endParaRPr lang="en-US" sz="2500" kern="1200" dirty="0"/>
        </a:p>
      </dsp:txBody>
      <dsp:txXfrm>
        <a:off x="1297973" y="2809947"/>
        <a:ext cx="4977050" cy="1123786"/>
      </dsp:txXfrm>
    </dsp:sp>
    <dsp:sp modelId="{8A57FE9F-B85E-4D0D-9862-A9655E451F1F}">
      <dsp:nvSpPr>
        <dsp:cNvPr id="0" name=""/>
        <dsp:cNvSpPr/>
      </dsp:nvSpPr>
      <dsp:spPr>
        <a:xfrm>
          <a:off x="6275024" y="2809947"/>
          <a:ext cx="4785088" cy="112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34" tIns="118934" rIns="118934" bIns="118934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kern="1200" dirty="0"/>
            <a:t>Recordatorios, ejercicios cognitivos, rutinas de respiración y una navegación accesible diseñada para cualquier persona mayor</a:t>
          </a:r>
          <a:endParaRPr lang="en-US" sz="1700" kern="1200" dirty="0"/>
        </a:p>
      </dsp:txBody>
      <dsp:txXfrm>
        <a:off x="6275024" y="2809947"/>
        <a:ext cx="4785088" cy="11237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3CAAA-3131-479C-B817-8706A0DDA067}">
      <dsp:nvSpPr>
        <dsp:cNvPr id="0" name=""/>
        <dsp:cNvSpPr/>
      </dsp:nvSpPr>
      <dsp:spPr>
        <a:xfrm>
          <a:off x="1076322" y="708466"/>
          <a:ext cx="1154671" cy="1154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295D6-DC64-459A-846F-6F3989708E2C}">
      <dsp:nvSpPr>
        <dsp:cNvPr id="0" name=""/>
        <dsp:cNvSpPr/>
      </dsp:nvSpPr>
      <dsp:spPr>
        <a:xfrm>
          <a:off x="4126" y="1971381"/>
          <a:ext cx="3299062" cy="494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2500" kern="1200"/>
            <a:t>Detección de patrones</a:t>
          </a:r>
          <a:endParaRPr lang="en-US" sz="2500" kern="1200"/>
        </a:p>
      </dsp:txBody>
      <dsp:txXfrm>
        <a:off x="4126" y="1971381"/>
        <a:ext cx="3299062" cy="494859"/>
      </dsp:txXfrm>
    </dsp:sp>
    <dsp:sp modelId="{3B07D3AB-403B-4571-A2FE-54C45382DE6A}">
      <dsp:nvSpPr>
        <dsp:cNvPr id="0" name=""/>
        <dsp:cNvSpPr/>
      </dsp:nvSpPr>
      <dsp:spPr>
        <a:xfrm>
          <a:off x="4126" y="2516586"/>
          <a:ext cx="3299062" cy="70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 app identifica desviaciones en las rutinas y respuestas habituales del adulto mayor</a:t>
          </a:r>
        </a:p>
      </dsp:txBody>
      <dsp:txXfrm>
        <a:off x="4126" y="2516586"/>
        <a:ext cx="3299062" cy="709162"/>
      </dsp:txXfrm>
    </dsp:sp>
    <dsp:sp modelId="{A1968CEA-67A1-44AF-BA7D-E809B2C4B8E8}">
      <dsp:nvSpPr>
        <dsp:cNvPr id="0" name=""/>
        <dsp:cNvSpPr/>
      </dsp:nvSpPr>
      <dsp:spPr>
        <a:xfrm>
          <a:off x="4952720" y="708466"/>
          <a:ext cx="1154671" cy="1154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4A65F-21B8-4C75-8F10-5F401AF8DEF7}">
      <dsp:nvSpPr>
        <dsp:cNvPr id="0" name=""/>
        <dsp:cNvSpPr/>
      </dsp:nvSpPr>
      <dsp:spPr>
        <a:xfrm>
          <a:off x="3880525" y="1971381"/>
          <a:ext cx="3299062" cy="494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/>
            <a:t>Alerta comprensible</a:t>
          </a:r>
          <a:endParaRPr lang="en-US" sz="2500" kern="1200"/>
        </a:p>
      </dsp:txBody>
      <dsp:txXfrm>
        <a:off x="3880525" y="1971381"/>
        <a:ext cx="3299062" cy="494859"/>
      </dsp:txXfrm>
    </dsp:sp>
    <dsp:sp modelId="{112A8204-7CF1-4F08-96BF-0FCF3594F974}">
      <dsp:nvSpPr>
        <dsp:cNvPr id="0" name=""/>
        <dsp:cNvSpPr/>
      </dsp:nvSpPr>
      <dsp:spPr>
        <a:xfrm>
          <a:off x="3880525" y="2516586"/>
          <a:ext cx="3299062" cy="70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El cuidador recibe una notificación clara sobre qué cambió y por qué es relevante</a:t>
          </a:r>
        </a:p>
      </dsp:txBody>
      <dsp:txXfrm>
        <a:off x="3880525" y="2516586"/>
        <a:ext cx="3299062" cy="709162"/>
      </dsp:txXfrm>
    </dsp:sp>
    <dsp:sp modelId="{1A52F493-72F3-495B-B776-7291141DBBC1}">
      <dsp:nvSpPr>
        <dsp:cNvPr id="0" name=""/>
        <dsp:cNvSpPr/>
      </dsp:nvSpPr>
      <dsp:spPr>
        <a:xfrm>
          <a:off x="8829119" y="708466"/>
          <a:ext cx="1154671" cy="1154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5B300-0EB3-40DB-B367-D1FDDC6DB6A8}">
      <dsp:nvSpPr>
        <dsp:cNvPr id="0" name=""/>
        <dsp:cNvSpPr/>
      </dsp:nvSpPr>
      <dsp:spPr>
        <a:xfrm>
          <a:off x="7756923" y="1971381"/>
          <a:ext cx="3299062" cy="494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/>
            <a:t>Acción informada</a:t>
          </a:r>
          <a:endParaRPr lang="en-US" sz="2500" kern="1200"/>
        </a:p>
      </dsp:txBody>
      <dsp:txXfrm>
        <a:off x="7756923" y="1971381"/>
        <a:ext cx="3299062" cy="494859"/>
      </dsp:txXfrm>
    </dsp:sp>
    <dsp:sp modelId="{29DBE2EF-C699-4CB9-8FB4-E628B36FF5B9}">
      <dsp:nvSpPr>
        <dsp:cNvPr id="0" name=""/>
        <dsp:cNvSpPr/>
      </dsp:nvSpPr>
      <dsp:spPr>
        <a:xfrm>
          <a:off x="7756923" y="2516586"/>
          <a:ext cx="3299062" cy="70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Permite consultar profesionales, ajustar cuidados o simplemente acompañar más de cerca</a:t>
          </a:r>
        </a:p>
      </dsp:txBody>
      <dsp:txXfrm>
        <a:off x="7756923" y="2516586"/>
        <a:ext cx="3299062" cy="70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BD768-DEF7-4455-A98B-BE7F8C26D057}">
      <dsp:nvSpPr>
        <dsp:cNvPr id="0" name=""/>
        <dsp:cNvSpPr/>
      </dsp:nvSpPr>
      <dsp:spPr>
        <a:xfrm>
          <a:off x="3546" y="854774"/>
          <a:ext cx="854929" cy="85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3BB11-E9C6-435F-AFE4-EA82D656E373}">
      <dsp:nvSpPr>
        <dsp:cNvPr id="0" name=""/>
        <dsp:cNvSpPr/>
      </dsp:nvSpPr>
      <dsp:spPr>
        <a:xfrm>
          <a:off x="3546" y="1805364"/>
          <a:ext cx="2442656" cy="561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2000" kern="1200" noProof="1"/>
            <a:t>Alto contraste visual</a:t>
          </a:r>
        </a:p>
      </dsp:txBody>
      <dsp:txXfrm>
        <a:off x="3546" y="1805364"/>
        <a:ext cx="2442656" cy="561047"/>
      </dsp:txXfrm>
    </dsp:sp>
    <dsp:sp modelId="{E1DD192D-3298-4B2F-AEB0-EA84566E080A}">
      <dsp:nvSpPr>
        <dsp:cNvPr id="0" name=""/>
        <dsp:cNvSpPr/>
      </dsp:nvSpPr>
      <dsp:spPr>
        <a:xfrm>
          <a:off x="3546" y="2410905"/>
          <a:ext cx="2442656" cy="66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1"/>
            <a:t>Interfaces claras y legibles para personas con limitaciones visuales</a:t>
          </a:r>
        </a:p>
      </dsp:txBody>
      <dsp:txXfrm>
        <a:off x="3546" y="2410905"/>
        <a:ext cx="2442656" cy="668534"/>
      </dsp:txXfrm>
    </dsp:sp>
    <dsp:sp modelId="{898C2F20-7914-402B-992A-551C890F02D0}">
      <dsp:nvSpPr>
        <dsp:cNvPr id="0" name=""/>
        <dsp:cNvSpPr/>
      </dsp:nvSpPr>
      <dsp:spPr>
        <a:xfrm>
          <a:off x="2873667" y="854774"/>
          <a:ext cx="854929" cy="85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5C7DB-9919-49BB-B0F5-0401E54D1DAD}">
      <dsp:nvSpPr>
        <dsp:cNvPr id="0" name=""/>
        <dsp:cNvSpPr/>
      </dsp:nvSpPr>
      <dsp:spPr>
        <a:xfrm>
          <a:off x="2873667" y="1805364"/>
          <a:ext cx="2442656" cy="561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2000" b="1" kern="1200" noProof="1"/>
            <a:t>Lenguaje simple y cercano</a:t>
          </a:r>
          <a:endParaRPr lang="es-ES_tradnl" sz="2000" kern="1200" noProof="1"/>
        </a:p>
      </dsp:txBody>
      <dsp:txXfrm>
        <a:off x="2873667" y="1805364"/>
        <a:ext cx="2442656" cy="561047"/>
      </dsp:txXfrm>
    </dsp:sp>
    <dsp:sp modelId="{347ADDC4-8655-459D-B7F6-68649402F445}">
      <dsp:nvSpPr>
        <dsp:cNvPr id="0" name=""/>
        <dsp:cNvSpPr/>
      </dsp:nvSpPr>
      <dsp:spPr>
        <a:xfrm>
          <a:off x="2873667" y="2410905"/>
          <a:ext cx="2442656" cy="66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1"/>
            <a:t>Instrucciones comprensibles que evitan frustración y confusion</a:t>
          </a:r>
        </a:p>
      </dsp:txBody>
      <dsp:txXfrm>
        <a:off x="2873667" y="2410905"/>
        <a:ext cx="2442656" cy="668534"/>
      </dsp:txXfrm>
    </dsp:sp>
    <dsp:sp modelId="{C9978E16-7D5E-4950-BC63-62B2A84571DE}">
      <dsp:nvSpPr>
        <dsp:cNvPr id="0" name=""/>
        <dsp:cNvSpPr/>
      </dsp:nvSpPr>
      <dsp:spPr>
        <a:xfrm>
          <a:off x="5743788" y="854774"/>
          <a:ext cx="854929" cy="85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BA241-5C5A-4FE8-8963-ABC29507A1DC}">
      <dsp:nvSpPr>
        <dsp:cNvPr id="0" name=""/>
        <dsp:cNvSpPr/>
      </dsp:nvSpPr>
      <dsp:spPr>
        <a:xfrm>
          <a:off x="5743788" y="1805364"/>
          <a:ext cx="2442656" cy="561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2000" b="1" kern="1200" noProof="1"/>
            <a:t>Navegación intuitiva</a:t>
          </a:r>
          <a:endParaRPr lang="es-ES_tradnl" sz="2000" kern="1200" noProof="1"/>
        </a:p>
      </dsp:txBody>
      <dsp:txXfrm>
        <a:off x="5743788" y="1805364"/>
        <a:ext cx="2442656" cy="561047"/>
      </dsp:txXfrm>
    </dsp:sp>
    <dsp:sp modelId="{A07E61F6-5781-4C17-8782-A4B7D2E94992}">
      <dsp:nvSpPr>
        <dsp:cNvPr id="0" name=""/>
        <dsp:cNvSpPr/>
      </dsp:nvSpPr>
      <dsp:spPr>
        <a:xfrm>
          <a:off x="5743788" y="2410905"/>
          <a:ext cx="2442656" cy="66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1"/>
            <a:t>Cada acción es clara, predecible y fácil de completar</a:t>
          </a:r>
        </a:p>
      </dsp:txBody>
      <dsp:txXfrm>
        <a:off x="5743788" y="2410905"/>
        <a:ext cx="2442656" cy="668534"/>
      </dsp:txXfrm>
    </dsp:sp>
    <dsp:sp modelId="{3A4CD091-F826-42A4-B4FA-91FAF9F67DB8}">
      <dsp:nvSpPr>
        <dsp:cNvPr id="0" name=""/>
        <dsp:cNvSpPr/>
      </dsp:nvSpPr>
      <dsp:spPr>
        <a:xfrm>
          <a:off x="8613910" y="854774"/>
          <a:ext cx="854929" cy="85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59B39-3498-4CC3-8C8B-9DD6C5A0702B}">
      <dsp:nvSpPr>
        <dsp:cNvPr id="0" name=""/>
        <dsp:cNvSpPr/>
      </dsp:nvSpPr>
      <dsp:spPr>
        <a:xfrm>
          <a:off x="8613910" y="1805364"/>
          <a:ext cx="2442656" cy="561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2000" kern="1200" noProof="1"/>
            <a:t>Privacidad y protección</a:t>
          </a:r>
        </a:p>
      </dsp:txBody>
      <dsp:txXfrm>
        <a:off x="8613910" y="1805364"/>
        <a:ext cx="2442656" cy="561047"/>
      </dsp:txXfrm>
    </dsp:sp>
    <dsp:sp modelId="{865D6BD6-A914-44B4-9861-2D50E219C58A}">
      <dsp:nvSpPr>
        <dsp:cNvPr id="0" name=""/>
        <dsp:cNvSpPr/>
      </dsp:nvSpPr>
      <dsp:spPr>
        <a:xfrm>
          <a:off x="8613910" y="2410905"/>
          <a:ext cx="2442656" cy="66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noProof="1"/>
            <a:t>Datos sensibles tratados con máxima seguridad y confidencialidad</a:t>
          </a:r>
        </a:p>
      </dsp:txBody>
      <dsp:txXfrm>
        <a:off x="8613910" y="2410905"/>
        <a:ext cx="2442656" cy="6685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D454A-7E62-0643-A6A7-B707DBAC168A}">
      <dsp:nvSpPr>
        <dsp:cNvPr id="0" name=""/>
        <dsp:cNvSpPr/>
      </dsp:nvSpPr>
      <dsp:spPr>
        <a:xfrm>
          <a:off x="3240" y="1098860"/>
          <a:ext cx="2313487" cy="1469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11A45-A553-3B48-A3D3-5653C168085D}">
      <dsp:nvSpPr>
        <dsp:cNvPr id="0" name=""/>
        <dsp:cNvSpPr/>
      </dsp:nvSpPr>
      <dsp:spPr>
        <a:xfrm>
          <a:off x="260294" y="1343061"/>
          <a:ext cx="2313487" cy="14690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Flutter 3.x — Android nativo, gama media-baja</a:t>
          </a:r>
        </a:p>
      </dsp:txBody>
      <dsp:txXfrm>
        <a:off x="303321" y="1386088"/>
        <a:ext cx="2227433" cy="1383010"/>
      </dsp:txXfrm>
    </dsp:sp>
    <dsp:sp modelId="{E5FB41AC-7A08-BE44-A237-3ECD0A2F53F8}">
      <dsp:nvSpPr>
        <dsp:cNvPr id="0" name=""/>
        <dsp:cNvSpPr/>
      </dsp:nvSpPr>
      <dsp:spPr>
        <a:xfrm>
          <a:off x="2830836" y="1098860"/>
          <a:ext cx="2313487" cy="1469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FED8E-4F7C-0F44-8522-C1259EC0A365}">
      <dsp:nvSpPr>
        <dsp:cNvPr id="0" name=""/>
        <dsp:cNvSpPr/>
      </dsp:nvSpPr>
      <dsp:spPr>
        <a:xfrm>
          <a:off x="3087890" y="1343061"/>
          <a:ext cx="2313487" cy="14690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Python 3.11 + FastAPI — scoring cognitivo local</a:t>
          </a:r>
        </a:p>
      </dsp:txBody>
      <dsp:txXfrm>
        <a:off x="3130917" y="1386088"/>
        <a:ext cx="2227433" cy="1383010"/>
      </dsp:txXfrm>
    </dsp:sp>
    <dsp:sp modelId="{996EFAE5-8BAE-6444-9748-6D8F3C2AD3AE}">
      <dsp:nvSpPr>
        <dsp:cNvPr id="0" name=""/>
        <dsp:cNvSpPr/>
      </dsp:nvSpPr>
      <dsp:spPr>
        <a:xfrm>
          <a:off x="5658432" y="1098860"/>
          <a:ext cx="2313487" cy="1469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416AD-4A65-6545-B9E1-1B9EF4F336D0}">
      <dsp:nvSpPr>
        <dsp:cNvPr id="0" name=""/>
        <dsp:cNvSpPr/>
      </dsp:nvSpPr>
      <dsp:spPr>
        <a:xfrm>
          <a:off x="5915486" y="1343061"/>
          <a:ext cx="2313487" cy="14690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OpenAI API — solo redacción del reporte en lenguaje natural</a:t>
          </a:r>
        </a:p>
      </dsp:txBody>
      <dsp:txXfrm>
        <a:off x="5958513" y="1386088"/>
        <a:ext cx="2227433" cy="1383010"/>
      </dsp:txXfrm>
    </dsp:sp>
    <dsp:sp modelId="{C4175965-78BE-D54D-AA2B-320E76662BDB}">
      <dsp:nvSpPr>
        <dsp:cNvPr id="0" name=""/>
        <dsp:cNvSpPr/>
      </dsp:nvSpPr>
      <dsp:spPr>
        <a:xfrm>
          <a:off x="8486028" y="1098860"/>
          <a:ext cx="2313487" cy="1469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DF4B6-CAF1-E94B-866F-CA3BC59DDF92}">
      <dsp:nvSpPr>
        <dsp:cNvPr id="0" name=""/>
        <dsp:cNvSpPr/>
      </dsp:nvSpPr>
      <dsp:spPr>
        <a:xfrm>
          <a:off x="8743083" y="1343061"/>
          <a:ext cx="2313487" cy="14690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Firebase Auth — identidad separada de métricas</a:t>
          </a:r>
        </a:p>
      </dsp:txBody>
      <dsp:txXfrm>
        <a:off x="8786110" y="1386088"/>
        <a:ext cx="2227433" cy="13830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33B0B-5A30-094E-9126-109984C75939}">
      <dsp:nvSpPr>
        <dsp:cNvPr id="0" name=""/>
        <dsp:cNvSpPr/>
      </dsp:nvSpPr>
      <dsp:spPr>
        <a:xfrm>
          <a:off x="0" y="0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15B42-5278-A145-B0F3-C81B252A0727}">
      <dsp:nvSpPr>
        <dsp:cNvPr id="0" name=""/>
        <dsp:cNvSpPr/>
      </dsp:nvSpPr>
      <dsp:spPr>
        <a:xfrm>
          <a:off x="0" y="0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b="1" kern="1200"/>
            <a:t>Identidad separada</a:t>
          </a:r>
          <a:endParaRPr lang="en-US" sz="1700" kern="1200"/>
        </a:p>
      </dsp:txBody>
      <dsp:txXfrm>
        <a:off x="0" y="0"/>
        <a:ext cx="6699544" cy="627701"/>
      </dsp:txXfrm>
    </dsp:sp>
    <dsp:sp modelId="{93638445-2BE2-AA4D-A65E-D98099177A7E}">
      <dsp:nvSpPr>
        <dsp:cNvPr id="0" name=""/>
        <dsp:cNvSpPr/>
      </dsp:nvSpPr>
      <dsp:spPr>
        <a:xfrm>
          <a:off x="0" y="627701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7270D-9751-A744-A6D5-2027A830F573}">
      <dsp:nvSpPr>
        <dsp:cNvPr id="0" name=""/>
        <dsp:cNvSpPr/>
      </dsp:nvSpPr>
      <dsp:spPr>
        <a:xfrm>
          <a:off x="0" y="627701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Firebase Auth </a:t>
          </a:r>
          <a:r>
            <a:rPr lang="en-US" sz="1700" kern="1200" dirty="0" err="1"/>
            <a:t>maneja</a:t>
          </a:r>
          <a:r>
            <a:rPr lang="en-US" sz="1700" kern="1200" dirty="0"/>
            <a:t> email/UID. Firestore </a:t>
          </a:r>
          <a:r>
            <a:rPr lang="en-US" sz="1700" kern="1200" dirty="0" err="1"/>
            <a:t>maneja</a:t>
          </a:r>
          <a:r>
            <a:rPr lang="en-US" sz="1700" kern="1200" dirty="0"/>
            <a:t> </a:t>
          </a:r>
          <a:r>
            <a:rPr lang="en-US" sz="1700" kern="1200" dirty="0" err="1"/>
            <a:t>métricas</a:t>
          </a:r>
          <a:r>
            <a:rPr lang="en-US" sz="1700" kern="1200" dirty="0"/>
            <a:t> </a:t>
          </a:r>
          <a:r>
            <a:rPr lang="en-US" sz="1700" kern="1200" dirty="0" err="1"/>
            <a:t>cognitivas</a:t>
          </a:r>
          <a:r>
            <a:rPr lang="en-US" sz="1700" kern="1200" dirty="0"/>
            <a:t>. Nunca </a:t>
          </a:r>
          <a:r>
            <a:rPr lang="en-US" sz="1700" kern="1200" dirty="0" err="1"/>
            <a:t>en</a:t>
          </a:r>
          <a:r>
            <a:rPr lang="en-US" sz="1700" kern="1200" dirty="0"/>
            <a:t> </a:t>
          </a:r>
          <a:r>
            <a:rPr lang="en-US" sz="1700" kern="1200" dirty="0" err="1"/>
            <a:t>el</a:t>
          </a:r>
          <a:r>
            <a:rPr lang="en-US" sz="1700" kern="1200" dirty="0"/>
            <a:t> </a:t>
          </a:r>
          <a:r>
            <a:rPr lang="en-US" sz="1700" kern="1200" dirty="0" err="1"/>
            <a:t>mismo</a:t>
          </a:r>
          <a:r>
            <a:rPr lang="en-US" sz="1700" kern="1200" dirty="0"/>
            <a:t> </a:t>
          </a:r>
          <a:r>
            <a:rPr lang="en-US" sz="1700" kern="1200" dirty="0" err="1"/>
            <a:t>documento</a:t>
          </a:r>
          <a:r>
            <a:rPr lang="en-US" sz="1700" kern="1200" dirty="0"/>
            <a:t>.</a:t>
          </a:r>
        </a:p>
      </dsp:txBody>
      <dsp:txXfrm>
        <a:off x="0" y="627701"/>
        <a:ext cx="6699544" cy="627701"/>
      </dsp:txXfrm>
    </dsp:sp>
    <dsp:sp modelId="{E5119768-79A8-3448-BF34-6DE7DD55750B}">
      <dsp:nvSpPr>
        <dsp:cNvPr id="0" name=""/>
        <dsp:cNvSpPr/>
      </dsp:nvSpPr>
      <dsp:spPr>
        <a:xfrm>
          <a:off x="0" y="1255402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D0E93-8751-684D-8299-4D994D716783}">
      <dsp:nvSpPr>
        <dsp:cNvPr id="0" name=""/>
        <dsp:cNvSpPr/>
      </dsp:nvSpPr>
      <dsp:spPr>
        <a:xfrm>
          <a:off x="0" y="1255402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b="1" kern="1200"/>
            <a:t>Reporte Local</a:t>
          </a:r>
          <a:endParaRPr lang="en-US" sz="1700" kern="1200"/>
        </a:p>
      </dsp:txBody>
      <dsp:txXfrm>
        <a:off x="0" y="1255402"/>
        <a:ext cx="6699544" cy="627701"/>
      </dsp:txXfrm>
    </dsp:sp>
    <dsp:sp modelId="{94E559D1-0CEF-6049-8FC6-9327B254ED06}">
      <dsp:nvSpPr>
        <dsp:cNvPr id="0" name=""/>
        <dsp:cNvSpPr/>
      </dsp:nvSpPr>
      <dsp:spPr>
        <a:xfrm>
          <a:off x="0" y="1883103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20B4-E5A5-C840-971F-A2B99C5471BC}">
      <dsp:nvSpPr>
        <dsp:cNvPr id="0" name=""/>
        <dsp:cNvSpPr/>
      </dsp:nvSpPr>
      <dsp:spPr>
        <a:xfrm>
          <a:off x="0" y="1883103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 reportes PDF se generan en el dispositivo del cuidador. No se almacenan en la nube.</a:t>
          </a:r>
        </a:p>
      </dsp:txBody>
      <dsp:txXfrm>
        <a:off x="0" y="1883103"/>
        <a:ext cx="6699544" cy="627701"/>
      </dsp:txXfrm>
    </dsp:sp>
    <dsp:sp modelId="{4ADC8832-1CFD-2340-B4C7-92DBD23D7209}">
      <dsp:nvSpPr>
        <dsp:cNvPr id="0" name=""/>
        <dsp:cNvSpPr/>
      </dsp:nvSpPr>
      <dsp:spPr>
        <a:xfrm>
          <a:off x="0" y="2510804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187AF-DFF3-ED42-83FE-77531C4FCB89}">
      <dsp:nvSpPr>
        <dsp:cNvPr id="0" name=""/>
        <dsp:cNvSpPr/>
      </dsp:nvSpPr>
      <dsp:spPr>
        <a:xfrm>
          <a:off x="0" y="2510804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b="1" kern="1200"/>
            <a:t>Consentimiento granular</a:t>
          </a:r>
          <a:endParaRPr lang="en-US" sz="1700" kern="1200"/>
        </a:p>
      </dsp:txBody>
      <dsp:txXfrm>
        <a:off x="0" y="2510804"/>
        <a:ext cx="6699544" cy="627701"/>
      </dsp:txXfrm>
    </dsp:sp>
    <dsp:sp modelId="{42490D9A-4CC2-8B4F-8251-2535A6CD727C}">
      <dsp:nvSpPr>
        <dsp:cNvPr id="0" name=""/>
        <dsp:cNvSpPr/>
      </dsp:nvSpPr>
      <dsp:spPr>
        <a:xfrm>
          <a:off x="0" y="3138505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2AA3A-61CC-6C4A-8D59-EC9D7C31B152}">
      <dsp:nvSpPr>
        <dsp:cNvPr id="0" name=""/>
        <dsp:cNvSpPr/>
      </dsp:nvSpPr>
      <dsp:spPr>
        <a:xfrm>
          <a:off x="0" y="3138505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Cada modo activa solo los datos que requiere. El usuario elige exactamente qué autoriza.</a:t>
          </a:r>
        </a:p>
      </dsp:txBody>
      <dsp:txXfrm>
        <a:off x="0" y="3138505"/>
        <a:ext cx="6699544" cy="627701"/>
      </dsp:txXfrm>
    </dsp:sp>
    <dsp:sp modelId="{3D5B2CA1-529E-5E4A-B453-E012F2D44F0D}">
      <dsp:nvSpPr>
        <dsp:cNvPr id="0" name=""/>
        <dsp:cNvSpPr/>
      </dsp:nvSpPr>
      <dsp:spPr>
        <a:xfrm>
          <a:off x="0" y="3766206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D1F78-3851-1A49-B87B-0DD9D612149B}">
      <dsp:nvSpPr>
        <dsp:cNvPr id="0" name=""/>
        <dsp:cNvSpPr/>
      </dsp:nvSpPr>
      <dsp:spPr>
        <a:xfrm>
          <a:off x="0" y="3766206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b="1" kern="1200" dirty="0"/>
            <a:t>OpenAI</a:t>
          </a:r>
          <a:endParaRPr lang="en-US" sz="1700" kern="1200" dirty="0"/>
        </a:p>
      </dsp:txBody>
      <dsp:txXfrm>
        <a:off x="0" y="3766206"/>
        <a:ext cx="6699544" cy="627701"/>
      </dsp:txXfrm>
    </dsp:sp>
    <dsp:sp modelId="{CAD1E6BE-6BC8-014C-9EC6-E86E54B4258F}">
      <dsp:nvSpPr>
        <dsp:cNvPr id="0" name=""/>
        <dsp:cNvSpPr/>
      </dsp:nvSpPr>
      <dsp:spPr>
        <a:xfrm>
          <a:off x="0" y="4393907"/>
          <a:ext cx="6699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F4F63-9261-DE42-A13E-F1F4A6FFE163}">
      <dsp:nvSpPr>
        <dsp:cNvPr id="0" name=""/>
        <dsp:cNvSpPr/>
      </dsp:nvSpPr>
      <dsp:spPr>
        <a:xfrm>
          <a:off x="0" y="4393907"/>
          <a:ext cx="6699544" cy="62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OpenAI recibe solo métricas agregadas en texto plano. Nunca nombres, emails ni UUID.</a:t>
          </a:r>
        </a:p>
      </dsp:txBody>
      <dsp:txXfrm>
        <a:off x="0" y="4393907"/>
        <a:ext cx="6699544" cy="627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9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4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13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69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95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66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22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63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99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86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73" r:id="rId6"/>
    <p:sldLayoutId id="2147483868" r:id="rId7"/>
    <p:sldLayoutId id="2147483869" r:id="rId8"/>
    <p:sldLayoutId id="2147483870" r:id="rId9"/>
    <p:sldLayoutId id="2147483872" r:id="rId10"/>
    <p:sldLayoutId id="21474838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63AB9E1-499E-41EB-A74E-905920CC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0636EC-3871-89AC-5A64-E244E0E1C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047" y="4844310"/>
            <a:ext cx="6914252" cy="1215547"/>
          </a:xfrm>
        </p:spPr>
        <p:txBody>
          <a:bodyPr anchor="ctr">
            <a:normAutofit/>
          </a:bodyPr>
          <a:lstStyle/>
          <a:p>
            <a:r>
              <a:rPr lang="es-CL">
                <a:latin typeface="Aptos" panose="020B0004020202020204" pitchFamily="34" charset="0"/>
              </a:rPr>
              <a:t>AuroraCare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046031-B9C2-413F-BE27-82B3AE57A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7590" y="4757388"/>
            <a:ext cx="3609028" cy="1389390"/>
          </a:xfrm>
        </p:spPr>
        <p:txBody>
          <a:bodyPr anchor="ctr">
            <a:normAutofit/>
          </a:bodyPr>
          <a:lstStyle/>
          <a:p>
            <a:r>
              <a:rPr lang="es-ES_tradnl" noProof="1"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Tecnología con propósito humano para el cuidado de nuestros adultos mayores</a:t>
            </a:r>
            <a:endParaRPr lang="es-ES_tradnl" noProof="1">
              <a:latin typeface="Aptos" panose="020B0004020202020204" pitchFamily="34" charset="0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7420AF28-01E3-FF50-7BF3-7A143FEE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9" r="-1" b="-1"/>
          <a:stretch>
            <a:fillRect/>
          </a:stretch>
        </p:blipFill>
        <p:spPr>
          <a:xfrm>
            <a:off x="571500" y="579786"/>
            <a:ext cx="11045118" cy="3748825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EA40C4-6B9E-4B9E-8CDF-A0C572462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4610607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54810C-5CC0-45D3-BD8F-C4407F92F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4300" y="4614653"/>
            <a:ext cx="0" cy="1674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E458AAC-F667-498F-A263-A8C7AB4FC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1819" y="6289514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999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0B1846-6CE5-47AE-B0D0-7202A39C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D9EBF6-E102-7572-C63E-F71DA05C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8006"/>
            <a:ext cx="3503409" cy="5070171"/>
          </a:xfrm>
        </p:spPr>
        <p:txBody>
          <a:bodyPr anchor="ctr">
            <a:normAutofit/>
          </a:bodyPr>
          <a:lstStyle/>
          <a:p>
            <a:r>
              <a:rPr lang="es-CL" dirty="0"/>
              <a:t>Hola, somos el equipo de AuroraCare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706659-8817-44F5-87F5-B7804F1CB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7E0E66-59D6-4A3A-B1A2-84B90784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4F6F91-27E3-4BF5-9BD7-E5923D27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95CA717-4E6D-FC7F-EC39-AB73C4DD0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09688"/>
              </p:ext>
            </p:extLst>
          </p:nvPr>
        </p:nvGraphicFramePr>
        <p:xfrm>
          <a:off x="5038410" y="1061686"/>
          <a:ext cx="6593202" cy="4762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282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D28D120-1389-4B3F-BECB-0949DCCAC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DD11EC-EEED-5CEE-B9F5-78D81389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551" y="784857"/>
            <a:ext cx="3562038" cy="5151580"/>
          </a:xfrm>
        </p:spPr>
        <p:txBody>
          <a:bodyPr anchor="t">
            <a:normAutofit/>
          </a:bodyPr>
          <a:lstStyle/>
          <a:p>
            <a:r>
              <a:rPr lang="es-CL" dirty="0"/>
              <a:t>La realidad que enfrentamos</a:t>
            </a:r>
            <a:br>
              <a:rPr lang="es-CL" b="1" dirty="0"/>
            </a:br>
            <a:br>
              <a:rPr lang="es-CL" b="1" dirty="0"/>
            </a:br>
            <a:r>
              <a:rPr lang="es-CL" sz="1800" dirty="0"/>
              <a:t>Comienza con un nombre... luego una fecha... hasta que la persona que amas empieza a olvidar partes de sí misma.</a:t>
            </a:r>
            <a:br>
              <a:rPr lang="es-CL" sz="1800" dirty="0"/>
            </a:br>
            <a:br>
              <a:rPr lang="es-CL" dirty="0"/>
            </a:br>
            <a:br>
              <a:rPr lang="es-CL" b="1" dirty="0"/>
            </a:br>
            <a:endParaRPr lang="es-CL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927055D-9ECF-487E-91DD-FFA84AB9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333" y="571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77E2E8A2-CC86-5C93-D154-70D31716E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023" y="725603"/>
            <a:ext cx="6867517" cy="230061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DC1883-8AF7-483D-9074-3C6D8AF57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F89D75-E5AC-4C45-9D87-228849A4C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Marcador de contenido 13">
            <a:extLst>
              <a:ext uri="{FF2B5EF4-FFF2-40B4-BE49-F238E27FC236}">
                <a16:creationId xmlns:a16="http://schemas.microsoft.com/office/drawing/2014/main" id="{A0647E3F-552D-C291-7464-90B151F44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906273"/>
              </p:ext>
            </p:extLst>
          </p:nvPr>
        </p:nvGraphicFramePr>
        <p:xfrm>
          <a:off x="4667805" y="3180323"/>
          <a:ext cx="6963506" cy="2820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309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889F449-A8C1-4223-8D3F-453A7C930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2C344B-4A2F-7A84-FA06-30536A4F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447" y="769403"/>
            <a:ext cx="3950519" cy="1364197"/>
          </a:xfrm>
        </p:spPr>
        <p:txBody>
          <a:bodyPr anchor="t">
            <a:normAutofit fontScale="90000"/>
          </a:bodyPr>
          <a:lstStyle/>
          <a:p>
            <a:r>
              <a:rPr lang="es-CL" dirty="0"/>
              <a:t>Las primeras señales</a:t>
            </a:r>
            <a:br>
              <a:rPr lang="es-CL" dirty="0"/>
            </a:br>
            <a:br>
              <a:rPr lang="es-CL" dirty="0"/>
            </a:br>
            <a:br>
              <a:rPr lang="es-CL" dirty="0"/>
            </a:br>
            <a:endParaRPr lang="es-CL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483DE6-F425-4CA0-9983-0778A131F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3C27F-5DD1-4734-BC17-6CA446026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F67967-936C-4D11-B434-DEBD15F2B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3251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E0B9CA11-4E3F-6F9C-CDDB-666039F53836}"/>
              </a:ext>
            </a:extLst>
          </p:cNvPr>
          <p:cNvSpPr txBox="1">
            <a:spLocks/>
          </p:cNvSpPr>
          <p:nvPr/>
        </p:nvSpPr>
        <p:spPr>
          <a:xfrm>
            <a:off x="7043528" y="2331502"/>
            <a:ext cx="4737455" cy="301697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100" baseline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marL="857250" indent="-857250" algn="just">
              <a:lnSpc>
                <a:spcPct val="17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_tradnl" sz="7200" noProof="1">
                <a:solidFill>
                  <a:srgbClr val="272525"/>
                </a:solidFill>
                <a:latin typeface="+mn-lt"/>
                <a:ea typeface="Inter" pitchFamily="34" charset="-122"/>
                <a:cs typeface="Inter" pitchFamily="34" charset="-120"/>
              </a:rPr>
              <a:t>Pequeñas pérdidas de memoria cotidianas</a:t>
            </a:r>
            <a:endParaRPr lang="es-ES_tradnl" sz="7200" noProof="1">
              <a:latin typeface="+mn-lt"/>
            </a:endParaRPr>
          </a:p>
          <a:p>
            <a:pPr marL="857250" indent="-857250" algn="just">
              <a:lnSpc>
                <a:spcPct val="17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_tradnl" sz="7200" noProof="1">
                <a:solidFill>
                  <a:srgbClr val="272525"/>
                </a:solidFill>
                <a:latin typeface="+mn-lt"/>
                <a:ea typeface="Inter" pitchFamily="34" charset="-122"/>
                <a:cs typeface="Inter" pitchFamily="34" charset="-120"/>
              </a:rPr>
              <a:t>Cambios en los patrones de respiración</a:t>
            </a:r>
            <a:endParaRPr lang="es-ES_tradnl" sz="7200" noProof="1">
              <a:latin typeface="+mn-lt"/>
            </a:endParaRPr>
          </a:p>
          <a:p>
            <a:pPr marL="857250" indent="-857250" algn="just">
              <a:lnSpc>
                <a:spcPct val="17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_tradnl" sz="7200" noProof="1">
                <a:solidFill>
                  <a:srgbClr val="272525"/>
                </a:solidFill>
                <a:latin typeface="+mn-lt"/>
                <a:ea typeface="Inter" pitchFamily="34" charset="-122"/>
                <a:cs typeface="Inter" pitchFamily="34" charset="-120"/>
              </a:rPr>
              <a:t>Dificultades para orientarse en espacios conocidos</a:t>
            </a:r>
            <a:endParaRPr lang="es-ES_tradnl" sz="7200" noProof="1">
              <a:latin typeface="+mn-lt"/>
            </a:endParaRPr>
          </a:p>
          <a:p>
            <a:pPr marL="857250" indent="-857250" algn="just">
              <a:lnSpc>
                <a:spcPct val="17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_tradnl" sz="7200" noProof="1">
                <a:solidFill>
                  <a:srgbClr val="272525"/>
                </a:solidFill>
                <a:latin typeface="+mn-lt"/>
                <a:ea typeface="Inter" pitchFamily="34" charset="-122"/>
                <a:cs typeface="Inter" pitchFamily="34" charset="-120"/>
              </a:rPr>
              <a:t>Tropiezos más frecuentes de lo habitual</a:t>
            </a:r>
            <a:endParaRPr lang="es-ES_tradnl" sz="7200" noProof="1">
              <a:latin typeface="+mn-lt"/>
            </a:endParaRPr>
          </a:p>
          <a:p>
            <a:pPr marL="857250" indent="-857250" algn="just">
              <a:lnSpc>
                <a:spcPct val="17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_tradnl" sz="7200" noProof="1">
                <a:solidFill>
                  <a:srgbClr val="272525"/>
                </a:solidFill>
                <a:latin typeface="+mn-lt"/>
                <a:ea typeface="Inter" pitchFamily="34" charset="-122"/>
                <a:cs typeface="Inter" pitchFamily="34" charset="-120"/>
              </a:rPr>
              <a:t>Momentos de confusión inexplicable</a:t>
            </a:r>
            <a:br>
              <a:rPr lang="es-ES_tradnl" noProof="1">
                <a:latin typeface="+mn-lt"/>
              </a:rPr>
            </a:br>
            <a:br>
              <a:rPr lang="es-ES_tradnl" noProof="1">
                <a:latin typeface="+mn-lt"/>
              </a:rPr>
            </a:br>
            <a:br>
              <a:rPr lang="es-ES_tradnl" noProof="1">
                <a:latin typeface="+mn-lt"/>
              </a:rPr>
            </a:br>
            <a:endParaRPr lang="es-ES_tradnl" noProof="1">
              <a:latin typeface="+mn-lt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06FF037-FAB8-E2EB-B2BC-BE4C42A46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471" y="769403"/>
            <a:ext cx="5358103" cy="535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5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40538-1378-3325-9293-65A95BBE5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5567266" cy="1707775"/>
          </a:xfrm>
        </p:spPr>
        <p:txBody>
          <a:bodyPr anchor="t">
            <a:normAutofit/>
          </a:bodyPr>
          <a:lstStyle/>
          <a:p>
            <a:r>
              <a:rPr lang="es-CL" dirty="0"/>
              <a:t>El Impacto en las familias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Content Placeholder 7">
            <a:extLst>
              <a:ext uri="{FF2B5EF4-FFF2-40B4-BE49-F238E27FC236}">
                <a16:creationId xmlns:a16="http://schemas.microsoft.com/office/drawing/2014/main" id="{BE419888-3374-3357-275D-9BE3CDF5C7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340461"/>
              </p:ext>
            </p:extLst>
          </p:nvPr>
        </p:nvGraphicFramePr>
        <p:xfrm>
          <a:off x="571501" y="2290367"/>
          <a:ext cx="5567257" cy="357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294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594B4EE-9F46-119B-C6DB-58C79E6ADD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067" r="-3" b="-3"/>
          <a:stretch>
            <a:fillRect/>
          </a:stretch>
        </p:blipFill>
        <p:spPr>
          <a:xfrm>
            <a:off x="7474665" y="850624"/>
            <a:ext cx="3585901" cy="5153662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34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D79E99-CB3E-9937-93D5-6CE73042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3509192" cy="2008193"/>
          </a:xfrm>
        </p:spPr>
        <p:txBody>
          <a:bodyPr anchor="t">
            <a:normAutofit fontScale="90000"/>
          </a:bodyPr>
          <a:lstStyle/>
          <a:p>
            <a:r>
              <a:rPr lang="es-ES_tradnl" noProof="1">
                <a:latin typeface="+mj-lt"/>
                <a:ea typeface="Petrona Bold" pitchFamily="34" charset="-122"/>
                <a:cs typeface="Petrona Bold" pitchFamily="34" charset="-120"/>
              </a:rPr>
              <a:t>Las familias hacen lo mejor que pueden</a:t>
            </a:r>
            <a:endParaRPr lang="es-ES_tradnl" noProof="1">
              <a:latin typeface="+mj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CE52FD-C0C3-D988-2AD1-DAF192A7D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2" y="2629992"/>
            <a:ext cx="3276598" cy="3293376"/>
          </a:xfrm>
        </p:spPr>
        <p:txBody>
          <a:bodyPr anchor="b">
            <a:normAutofit/>
          </a:bodyPr>
          <a:lstStyle/>
          <a:p>
            <a:pPr marL="0" indent="0" algn="just">
              <a:lnSpc>
                <a:spcPct val="110000"/>
              </a:lnSpc>
              <a:spcAft>
                <a:spcPts val="950"/>
              </a:spcAft>
              <a:buNone/>
            </a:pPr>
            <a:r>
              <a:rPr lang="es-ES_tradnl" sz="1500" noProof="1">
                <a:ea typeface="Inter" pitchFamily="34" charset="-122"/>
                <a:cs typeface="Inter" pitchFamily="34" charset="-120"/>
              </a:rPr>
              <a:t>Los cuidadores y familias enfrentan una realidad compleja: quieren estar presentes, pero no siempre pueden. </a:t>
            </a:r>
            <a:endParaRPr lang="es-ES_tradnl" sz="1500" noProof="1"/>
          </a:p>
          <a:p>
            <a:pPr marL="0" indent="0" algn="just">
              <a:lnSpc>
                <a:spcPct val="110000"/>
              </a:lnSpc>
              <a:buNone/>
            </a:pPr>
            <a:r>
              <a:rPr lang="es-ES_tradnl" sz="1500" b="1" noProof="1">
                <a:ea typeface="Inter Bold" pitchFamily="34" charset="-122"/>
                <a:cs typeface="Inter Bold" pitchFamily="34" charset="-120"/>
              </a:rPr>
              <a:t>La necesidad es clara:</a:t>
            </a:r>
            <a:r>
              <a:rPr lang="es-ES_tradnl" sz="1500" noProof="1">
                <a:ea typeface="Inter" pitchFamily="34" charset="-122"/>
                <a:cs typeface="Inter" pitchFamily="34" charset="-120"/>
              </a:rPr>
              <a:t> </a:t>
            </a:r>
            <a:r>
              <a:rPr lang="es-ES_tradnl" sz="1500" b="1" noProof="1">
                <a:ea typeface="Inter" pitchFamily="34" charset="-122"/>
                <a:cs typeface="Inter" pitchFamily="34" charset="-120"/>
              </a:rPr>
              <a:t>un sistema de acompañamiento que detecte cambios antes de que se conviertan en un problema.</a:t>
            </a:r>
            <a:endParaRPr lang="es-ES_tradnl" sz="1500" b="1" noProof="1"/>
          </a:p>
          <a:p>
            <a:pPr marL="0" indent="0" algn="just">
              <a:lnSpc>
                <a:spcPct val="110000"/>
              </a:lnSpc>
              <a:buNone/>
            </a:pPr>
            <a:endParaRPr lang="es-ES_tradnl" sz="1500" noProof="1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88336"/>
            <a:ext cx="0" cy="5698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3F7B73A-67BA-DFFC-42F7-BF43F35B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35" r="-1" b="13839"/>
          <a:stretch>
            <a:fillRect/>
          </a:stretch>
        </p:blipFill>
        <p:spPr>
          <a:xfrm>
            <a:off x="4699208" y="849338"/>
            <a:ext cx="6921292" cy="51580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64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5C4DAE-32D3-9E67-9F30-990C9243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5567266" cy="1707775"/>
          </a:xfrm>
        </p:spPr>
        <p:txBody>
          <a:bodyPr anchor="t">
            <a:normAutofit/>
          </a:bodyPr>
          <a:lstStyle/>
          <a:p>
            <a:r>
              <a:rPr lang="es-CL" dirty="0"/>
              <a:t>Así nace tu compañero digital preventivo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AC1FF-B097-90C5-278B-0075FC5BB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848396"/>
            <a:ext cx="5467441" cy="3018330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800" dirty="0">
                <a:ea typeface="Inter" pitchFamily="34" charset="-122"/>
                <a:cs typeface="Inter" pitchFamily="34" charset="-120"/>
              </a:rPr>
              <a:t>Una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aplicación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de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acompañamiento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y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detección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temprana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diseñada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específicamente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para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adultos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mayores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,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construida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sobre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principios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de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accesibilidad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,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privacidad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y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tecnología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sz="1800" dirty="0" err="1">
                <a:ea typeface="Inter" pitchFamily="34" charset="-122"/>
                <a:cs typeface="Inter" pitchFamily="34" charset="-120"/>
              </a:rPr>
              <a:t>afectiva</a:t>
            </a:r>
            <a:r>
              <a:rPr lang="en-US" sz="1800" dirty="0"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  <a:p>
            <a:endParaRPr lang="es-CL" sz="1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294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E137B114-FD1D-301F-5AAC-56DF8308E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063" y="831661"/>
            <a:ext cx="2525293" cy="515366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5429B068-9945-DBE5-D21D-2919DBFC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019" y="877379"/>
            <a:ext cx="2504586" cy="510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6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4314D2-D2A1-4CD8-AC61-D3A86240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2E5C32-0267-348C-490F-B3373295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789567"/>
            <a:ext cx="11110405" cy="1054864"/>
          </a:xfrm>
        </p:spPr>
        <p:txBody>
          <a:bodyPr anchor="t">
            <a:normAutofit/>
          </a:bodyPr>
          <a:lstStyle/>
          <a:p>
            <a:r>
              <a:rPr lang="es-CL" dirty="0"/>
              <a:t>3 Pilares Fundamentales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9C9033-50A6-4C0D-A434-1DA417B5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56775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77119D-632B-44FE-918A-65D2788D0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6A9FE18-9DD0-4341-00C9-C29C3E9AA8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710898"/>
              </p:ext>
            </p:extLst>
          </p:nvPr>
        </p:nvGraphicFramePr>
        <p:xfrm>
          <a:off x="571500" y="1936417"/>
          <a:ext cx="11060113" cy="3934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263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4314D2-D2A1-4CD8-AC61-D3A86240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66FFD3-DC85-626D-46CD-F2022D38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789567"/>
            <a:ext cx="11110405" cy="1054864"/>
          </a:xfrm>
        </p:spPr>
        <p:txBody>
          <a:bodyPr anchor="t">
            <a:normAutofit/>
          </a:bodyPr>
          <a:lstStyle/>
          <a:p>
            <a:r>
              <a:rPr lang="es-CL" dirty="0"/>
              <a:t>La información se transforma en acción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9C9033-50A6-4C0D-A434-1DA417B5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56775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77119D-632B-44FE-918A-65D2788D0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11C913C-C4CE-1C2E-835B-8B0562526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861977"/>
              </p:ext>
            </p:extLst>
          </p:nvPr>
        </p:nvGraphicFramePr>
        <p:xfrm>
          <a:off x="571500" y="1936417"/>
          <a:ext cx="11060113" cy="3934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4104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7B4314D2-D2A1-4CD8-AC61-D3A86240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CA6C65-D9BB-B3A5-E154-DB299641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789567"/>
            <a:ext cx="11110405" cy="1054864"/>
          </a:xfrm>
        </p:spPr>
        <p:txBody>
          <a:bodyPr anchor="t">
            <a:normAutofit/>
          </a:bodyPr>
          <a:lstStyle/>
          <a:p>
            <a:r>
              <a:rPr lang="es-CL" dirty="0"/>
              <a:t>Diseñado con Dignidad y Respeto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989C9033-50A6-4C0D-A434-1DA417B5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56775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6E77119D-632B-44FE-918A-65D2788D0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3BB8E91B-C182-4143-0287-97D1721B0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707990"/>
              </p:ext>
            </p:extLst>
          </p:nvPr>
        </p:nvGraphicFramePr>
        <p:xfrm>
          <a:off x="571500" y="1936417"/>
          <a:ext cx="11060113" cy="3934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515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5889F449-A8C1-4223-8D3F-453A7C930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A7C144-6FA8-31A3-6C47-193C00E2B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786384"/>
            <a:ext cx="3390158" cy="5105761"/>
          </a:xfrm>
        </p:spPr>
        <p:txBody>
          <a:bodyPr anchor="t">
            <a:normAutofit/>
          </a:bodyPr>
          <a:lstStyle/>
          <a:p>
            <a:r>
              <a:rPr lang="es-CL"/>
              <a:t>Cliente y contexto comunitario</a:t>
            </a:r>
            <a:endParaRPr lang="es-CL" dirty="0"/>
          </a:p>
        </p:txBody>
      </p:sp>
      <p:cxnSp>
        <p:nvCxnSpPr>
          <p:cNvPr id="28" name="Straight Connector 20">
            <a:extLst>
              <a:ext uri="{FF2B5EF4-FFF2-40B4-BE49-F238E27FC236}">
                <a16:creationId xmlns:a16="http://schemas.microsoft.com/office/drawing/2014/main" id="{C8F3C27F-5DD1-4734-BC17-6CA446026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2">
            <a:extLst>
              <a:ext uri="{FF2B5EF4-FFF2-40B4-BE49-F238E27FC236}">
                <a16:creationId xmlns:a16="http://schemas.microsoft.com/office/drawing/2014/main" id="{3F090CEE-42FF-4CEE-ABF8-11F35C290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4">
            <a:extLst>
              <a:ext uri="{FF2B5EF4-FFF2-40B4-BE49-F238E27FC236}">
                <a16:creationId xmlns:a16="http://schemas.microsoft.com/office/drawing/2014/main" id="{9B483DE6-F425-4CA0-9983-0778A131F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160214-2C61-96E6-7BE7-A6EF2342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835" y="920376"/>
            <a:ext cx="6692666" cy="4971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/>
              <a:t>Municipalidad de Huechuraba</a:t>
            </a:r>
            <a:r>
              <a:rPr lang="en-US" sz="1800"/>
              <a:t> </a:t>
            </a:r>
            <a:r>
              <a:rPr lang="en-US" sz="1800" b="1"/>
              <a:t>Dirección de Desarrollo Comunitario</a:t>
            </a:r>
            <a:r>
              <a:rPr lang="en-US" sz="1800"/>
              <a:t> </a:t>
            </a:r>
            <a:r>
              <a:rPr lang="en-US" sz="1800" b="1"/>
              <a:t>(DIDECO)</a:t>
            </a:r>
            <a:endParaRPr lang="en-US" sz="1800"/>
          </a:p>
          <a:p>
            <a:pPr marL="0" indent="0">
              <a:buNone/>
            </a:pPr>
            <a:endParaRPr lang="es-CL" sz="1800"/>
          </a:p>
          <a:p>
            <a:pPr marL="0" indent="0">
              <a:buNone/>
            </a:pPr>
            <a:r>
              <a:rPr lang="es-CL" sz="1800"/>
              <a:t>Programas alineados con AuroraCare</a:t>
            </a:r>
          </a:p>
          <a:p>
            <a:pPr lvl="1"/>
            <a:r>
              <a:rPr lang="en-US"/>
              <a:t>Polos Territoriales — estimulación cognitiva activa para adultos mayores</a:t>
            </a:r>
            <a:endParaRPr lang="es-CL"/>
          </a:p>
          <a:p>
            <a:pPr lvl="1"/>
            <a:r>
              <a:rPr lang="en-US"/>
              <a:t>Mayores en Línea — el smartphone como herramienta de bienestar mental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2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A9B8D-1992-C843-DC5D-C2798E0C1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Stack </a:t>
            </a:r>
            <a:r>
              <a:rPr lang="en-US" b="1" dirty="0" err="1"/>
              <a:t>tecnológico</a:t>
            </a:r>
            <a:endParaRPr lang="es-CL" dirty="0"/>
          </a:p>
        </p:txBody>
      </p:sp>
      <p:graphicFrame>
        <p:nvGraphicFramePr>
          <p:cNvPr id="17" name="Marcador de contenido 2">
            <a:extLst>
              <a:ext uri="{FF2B5EF4-FFF2-40B4-BE49-F238E27FC236}">
                <a16:creationId xmlns:a16="http://schemas.microsoft.com/office/drawing/2014/main" id="{EAB094C8-42FD-AA14-8C27-ABBFAF143F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1499" y="2075688"/>
          <a:ext cx="11059811" cy="3910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110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9">
            <a:extLst>
              <a:ext uri="{FF2B5EF4-FFF2-40B4-BE49-F238E27FC236}">
                <a16:creationId xmlns:a16="http://schemas.microsoft.com/office/drawing/2014/main" id="{5D28D120-1389-4B3F-BECB-0949DCCAC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3C699C-AF59-DF74-338A-1C2B8D4D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786384"/>
            <a:ext cx="3623244" cy="2665614"/>
          </a:xfrm>
        </p:spPr>
        <p:txBody>
          <a:bodyPr anchor="t">
            <a:normAutofit/>
          </a:bodyPr>
          <a:lstStyle/>
          <a:p>
            <a:r>
              <a:rPr lang="es-CL"/>
              <a:t>Privacidad por Diseño</a:t>
            </a:r>
            <a:endParaRPr lang="es-CL" dirty="0"/>
          </a:p>
        </p:txBody>
      </p:sp>
      <p:cxnSp>
        <p:nvCxnSpPr>
          <p:cNvPr id="41" name="Straight Connector 11">
            <a:extLst>
              <a:ext uri="{FF2B5EF4-FFF2-40B4-BE49-F238E27FC236}">
                <a16:creationId xmlns:a16="http://schemas.microsoft.com/office/drawing/2014/main" id="{D927055D-9ECF-487E-91DD-FFA84AB9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333" y="571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6" descr="Correo">
            <a:extLst>
              <a:ext uri="{FF2B5EF4-FFF2-40B4-BE49-F238E27FC236}">
                <a16:creationId xmlns:a16="http://schemas.microsoft.com/office/drawing/2014/main" id="{AE4D88A4-8567-BA81-A8F3-DD0B88937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9352" y="3958680"/>
            <a:ext cx="2074476" cy="2074476"/>
          </a:xfrm>
          <a:prstGeom prst="rect">
            <a:avLst/>
          </a:prstGeom>
        </p:spPr>
      </p:pic>
      <p:graphicFrame>
        <p:nvGraphicFramePr>
          <p:cNvPr id="47" name="Marcador de contenido 2">
            <a:extLst>
              <a:ext uri="{FF2B5EF4-FFF2-40B4-BE49-F238E27FC236}">
                <a16:creationId xmlns:a16="http://schemas.microsoft.com/office/drawing/2014/main" id="{8AD7A46C-D43D-47DF-4CF7-295EC9B103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31765" y="989350"/>
          <a:ext cx="6699544" cy="5021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4" name="Straight Connector 13">
            <a:extLst>
              <a:ext uri="{FF2B5EF4-FFF2-40B4-BE49-F238E27FC236}">
                <a16:creationId xmlns:a16="http://schemas.microsoft.com/office/drawing/2014/main" id="{F0DC1883-8AF7-483D-9074-3C6D8AF57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15">
            <a:extLst>
              <a:ext uri="{FF2B5EF4-FFF2-40B4-BE49-F238E27FC236}">
                <a16:creationId xmlns:a16="http://schemas.microsoft.com/office/drawing/2014/main" id="{1CF89D75-E5AC-4C45-9D87-228849A4C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22916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083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5AB85-4FB4-B5BC-9802-EA935232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Plan de Trabajo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22AB74-2B58-653A-0716-BFB92E70A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44035"/>
            <a:ext cx="11205531" cy="520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90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70A741-9B2F-FB06-BEF9-C6D858E0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5567266" cy="1707775"/>
          </a:xfrm>
        </p:spPr>
        <p:txBody>
          <a:bodyPr anchor="t">
            <a:normAutofit/>
          </a:bodyPr>
          <a:lstStyle/>
          <a:p>
            <a:r>
              <a:rPr lang="es-CL" sz="3700" b="1" dirty="0"/>
              <a:t>AuroraCare: Cuidado humano anticipado</a:t>
            </a:r>
            <a:br>
              <a:rPr lang="es-CL" sz="3700" b="1" dirty="0"/>
            </a:br>
            <a:endParaRPr lang="es-CL" sz="37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D39ACC-5FC6-B1F1-BB3A-804E0416A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848396"/>
            <a:ext cx="5467441" cy="3018330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s-CL" sz="1800" dirty="0"/>
              <a:t>Queremos convertir la tecnología en una forma de cuidado humano y anticipado.</a:t>
            </a:r>
          </a:p>
          <a:p>
            <a:pPr marL="0" indent="0">
              <a:buNone/>
            </a:pPr>
            <a:endParaRPr lang="es-CL" sz="1800" dirty="0"/>
          </a:p>
          <a:p>
            <a:pPr marL="0" indent="0">
              <a:buNone/>
            </a:pPr>
            <a:r>
              <a:rPr lang="es-CL" sz="1800" dirty="0"/>
              <a:t>Muchas gracias por escucharnos.</a:t>
            </a:r>
          </a:p>
          <a:p>
            <a:pPr marL="0" indent="0">
              <a:buNone/>
            </a:pPr>
            <a:endParaRPr lang="es-CL" sz="18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294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E9395ED7-8348-84BB-7648-01D976E15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993" y="850624"/>
            <a:ext cx="3865246" cy="5153662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511309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F58263-6C10-A240-BC00-58B05FCAFD4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0ed02cb-32d1-4f39-999d-0979d1a882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82</TotalTime>
  <Words>619</Words>
  <Application>Microsoft Macintosh PowerPoint</Application>
  <PresentationFormat>Panorámica</PresentationFormat>
  <Paragraphs>81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Batang</vt:lpstr>
      <vt:lpstr>Aptos</vt:lpstr>
      <vt:lpstr>Arial</vt:lpstr>
      <vt:lpstr>Avenir Next LT Pro Light</vt:lpstr>
      <vt:lpstr>Inter</vt:lpstr>
      <vt:lpstr>Inter Bold</vt:lpstr>
      <vt:lpstr>AlignmentVTI</vt:lpstr>
      <vt:lpstr>AuroraCare</vt:lpstr>
      <vt:lpstr>Hola, somos el equipo de AuroraCare</vt:lpstr>
      <vt:lpstr>La realidad que enfrentamos  Comienza con un nombre... luego una fecha... hasta que la persona que amas empieza a olvidar partes de sí misma.   </vt:lpstr>
      <vt:lpstr>Las primeras señales   </vt:lpstr>
      <vt:lpstr>El Impacto en las familias</vt:lpstr>
      <vt:lpstr>Las familias hacen lo mejor que pueden</vt:lpstr>
      <vt:lpstr>Así nace tu compañero digital preventivo</vt:lpstr>
      <vt:lpstr>3 Pilares Fundamentales</vt:lpstr>
      <vt:lpstr>La información se transforma en acción</vt:lpstr>
      <vt:lpstr>Diseñado con Dignidad y Respeto</vt:lpstr>
      <vt:lpstr>Cliente y contexto comunitario</vt:lpstr>
      <vt:lpstr>Stack tecnológico</vt:lpstr>
      <vt:lpstr>Privacidad por Diseño</vt:lpstr>
      <vt:lpstr>Plan de Trabajo</vt:lpstr>
      <vt:lpstr>AuroraCare: Cuidado humano anticipado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Castillo</dc:creator>
  <cp:lastModifiedBy>Daniela Castillo</cp:lastModifiedBy>
  <cp:revision>1</cp:revision>
  <dcterms:created xsi:type="dcterms:W3CDTF">2026-09-12T12:05:12Z</dcterms:created>
  <dcterms:modified xsi:type="dcterms:W3CDTF">2026-09-12T13:29:41Z</dcterms:modified>
</cp:coreProperties>
</file>